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4:02.0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 24575,'5'0'0,"-1"1"0,1 0 0,0 0 0,-1 0 0,1 0 0,-1 1 0,0 0 0,6 3 0,30 10 0,8-6 0,0-1 0,57 2 0,105-9 0,-179-1 0,233-5-320,72-2-961,78 0 418,79 1-1308,69 2 1082,442 0-1625,1358 3 2379,-1844 1-347,357 20 181,-9 62 1485,-113 34-669,317 44-657,-1-69 3228,-675-85-1667,-138-15 2851,-349 8-3246,-97-3-824,-128-16-509,-133-20-1529,-142-21 982,-155-25-1445,409 45 1323,-1638-178-3358,-11 109 4603,1728 114 72,199 1 789,1 3 1,-66 17-1,26 0-224,-334 73 68,-40-18 2765,-654 45-4054,-363-104 1147,1382-22-630,104 1 23,-1 0 0,0 0 0,0 0 0,1 1 0,-1 0 0,-6 1 1,12-1-17,0-1 0,0 0 0,0 0 0,0 1 0,0-1 0,0 0 0,0 0 0,0 1 0,0-1 0,0 0 0,1 0 0,-1 1 0,0-1 0,0 0 0,0 0 0,0 0 0,0 1 0,1-1 0,-1 0 0,0 0 0,0 0 0,0 0 0,1 1 0,-1-1 0,0 0 1,0 0-1,1 0 0,-1 0 0,0 0 0,0 0 0,1 0 0,-1 1 0,0-1 0,0 0 0,1 0 0,-1 0 0,0 0 0,0 0 0,1 0 0,-1-1 0,37 11 370,409 57-195,35-35-175,-50-18-442,77-5-1327,63-5 776,62-2-1268,87-2 1432,3605-5-3208,-4017 4 4213,-61 1-526,120 0 7921,-109 0-3088,-87 1-4789,-130-1-6527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4:44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0 24575,'-8'1'0,"-8"-1"0,-4 0 0,5 0 0,21 0 0,19 0 0,13 0 0,0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4:49.3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3502 1 24575,'0'0'0,"-1"0"0,1 0 0,0 0 0,-1 0 0,1 0 0,-1 0 0,1 0 0,0 0 0,-1 0 0,1 1 0,0-1 0,-1 0 0,1 0 0,0 0 0,-1 1 0,1-1 0,0 0 0,0 0 0,-1 1 0,1-1 0,0 0 0,0 1 0,0-1 0,-1 0 0,1 1 0,0-1 0,0 0 0,0 1 0,0-1 0,0 0 0,0 1 0,0-1 0,-1 1 0,1-1 0,0 0 0,0 1 0,1-1 0,-1 0 0,0 1 0,6 18 0,-2-15 0,-1 0 0,1 0 0,-1-1 0,1 1 0,0-1 0,1 0 0,-1 0 0,1 0 0,7 3 0,55 19 0,35 2 0,142 19 0,33-6-330,69 2-989,918 45-1511,10-71 1478,-1026-20 1304,-24 0 5680,-204 2-5555,0 0-1,29-7 1,-41 7-60,3-1-17,-12 1 0,-29 0 0,-252-1 0,10 3-365,-1572 0-3851,823 1 5686,1243-11 837,1-10-2307,479-59-342,693-59-602,-321 109 477,-1033 32 467,-95 2 0,-106 2 0,-93 3 0,-1580 19-271,1202-25 309,136 28 145,76-12 1378,100-10-515,161 2-1046,-831 35 0,-346-48 0,1278-2 0,-75-13 0,12 1 0,-32 8 0,-57-7 0,208 15 0,0-1 0,0 0 0,0 0 0,0 0 0,0 0 0,0 0 0,0 0 0,0-1 0,0 1 0,1 0 0,-1 0 0,0-1 0,0 1 0,0 0 0,0-1 0,0 1 0,1-1 0,-1 1 0,0-1 0,-1 0 0,25-5 0,49-6 0,46-7 0,209-9 0,3204 30 0,-2836 11 0,-50 0 0,62-13-37,729 9-603,-485 82 640,-757-66 282,259 1 0,-61-29-159,242 2-133,-260 29 10,-5 29 0,18 3 0,-259-44 0,527 44 0,-515-62 0,67 3 0,-193 2 0,-25 3 0,-32 2 0,-120 10 0,-228-6 0,296-11 0,-2169 0-459,1104-3 292,-1989 2 793,3107-2-626,0-3 0,1-1 0,-57-16 0,25 5 0,-60-14 0,52 11 0,-1 3 0,-100-7 0,-201 17 0,-181-15 0,240-26 0,-117-13 0,133 48 0,5 1 0,223 4 0,-143-31 0,126 18 0,-2 4 0,-153-6 0,-203 21 0,410 3 0,-835 2 0,514-4 0,340 1 0,0-1 0,-1-1 0,-48-11 0,74 12 0,5 0 0,16-2 0,28-1 0,1007 1 0,-543 5 0,-494-2-101,-8 0-152,-1 0 0,0 0 1,1 1-1,15 3 0,-9 1-6573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4:55.6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299 144 24575,'0'1328'0,"-2"-1211"0,-6 0 0,-5-1 0,-5-1 0,-37 130 0,17-109 0,-46 174 0,26 7 0,36 52 0,24 4 0,1-131 0,-3 1231 0,5-1380 0,28 164 0,4 49 0,-34-162 0,13 173 0,15 177 0,-27-439 0,3 0 0,2 0 0,3-1 0,20 58 0,-25-90 0,0 0 0,-2 1 0,0 0 0,-1 0 0,0 35 0,-7-50 0,-2-12 0,-4-18 0,-8-35 0,4-1 0,-10-78 0,2-124 0,12-597 0,10 217 0,-50 123 0,0 4 0,48-95 0,3 313 0,23-61 0,0 37 0,-26-201 0,2-65 0,4 516 0,25-116 0,3-25 0,66-694 0,-67 729 0,-25 146 0,1-1 0,14-31 0,-21 59 0,8-15 0,-4 17 0,0 13 0,0 18 0,-2 1 0,-1 44 0,-1-35 0,1 1018 0,-2-150 0,24-379 0,-1-18 0,-21-28 0,-32-3 0,3-230 0,12 1 0,20 308 0,14 648 0,-21-785 0,2-359 0,-1 150 0,33 261 0,-19-331 0,-8 178 0,-6-229 0,1-4148 0,-12 3683 0,0 28 0,11 212 0,-17-400 0,-16-103 0,35-3 0,2 253 0,-3-441 0,13 661 0,0 14 0,-13 128 0,0 14 0,0 17 0,0 41 0,-2 3806-4004,3-2189 2486,-14-1288 3982,3-276-1087,-38 164 0,-32 97-1053,61-251-334,-5 145 0,19 584 10,8-447 0,-3 214 0,3-547 0,3-1 0,22 97 0,-15-95 0,-2-1 0,3 92 0,-14-135 0,0 17 0,1 0 0,11 68 0,-8-92 0,-1-13 0,-1-20 0,1-77 0,4-91 0,12 5 0,19-267 0,-31-164 0,3-49 0,3-113 0,-9 282 0,55-203 0,-25 410 0,-4-435 0,-32 482 0,-15-681 0,9-128 0,6 206 0,-3 702 0,-7 1 0,-33-154 0,24 204 0,-18-106 0,33 152-117,-3-27-507,-1-77 0,10 129-6202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5:03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94 24575,'5'0'0,"-1"1"0,1 0 0,0 0 0,-1 0 0,1 0 0,-1 1 0,0 0 0,6 3 0,30 10 0,8-6 0,0-1 0,57 2 0,105-9 0,-179-1 0,233-5-320,72-2-961,78 0 418,79 1-1308,69 2 1082,442 0-1625,1358 3 2379,-1844 1-347,357 20 181,-9 62 1485,-113 34-669,317 44-657,-1-69 3228,-675-85-1667,-138-15 2851,-349 8-3246,-97-3-824,-128-16-509,-133-20-1529,-142-21 982,-155-25-1445,409 45 1323,-1638-178-3358,-11 109 4603,1728 114 72,199 1 789,1 3 1,-66 17-1,26 0-224,-334 73 68,-40-18 2765,-654 45-4054,-363-104 1147,1382-22-630,104 1 23,-1 0 0,0 0 0,0 0 0,1 1 0,-1 0 0,-6 1 1,12-1-17,0-1 0,0 0 0,0 0 0,0 1 0,0-1 0,0 0 0,0 0 0,0 1 0,0-1 0,0 0 0,1 0 0,-1 1 0,0-1 0,0 0 0,0 0 0,0 0 0,0 1 0,1-1 0,-1 0 0,0 0 0,0 0 0,0 0 0,1 1 0,-1-1 0,0 0 1,0 0-1,1 0 0,-1 0 0,0 0 0,0 0 0,1 0 0,-1 1 0,0-1 0,0 0 0,1 0 0,-1 0 0,0 0 0,0 0 0,1 0 0,-1-1 0,37 11 370,409 57-195,35-35-175,-50-18-442,77-5-1327,63-5 776,62-2-1268,87-2 1432,3605-5-3208,-4017 4 4213,-61 1-526,120 0 7921,-109 0-3088,-87 1-4789,-130-1-6527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5:03.0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 0 24575,'-8'1'0,"-8"-1"0,-4 0 0,5 0 0,21 0 0,19 0 0,13 0 0,0 0-8191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5:03.0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3502 1 24575,'0'0'0,"-1"0"0,1 0 0,0 0 0,-1 0 0,1 0 0,-1 0 0,1 0 0,0 0 0,-1 0 0,1 1 0,0-1 0,-1 0 0,1 0 0,0 0 0,-1 1 0,1-1 0,0 0 0,0 0 0,-1 1 0,1-1 0,0 0 0,0 1 0,0-1 0,-1 0 0,1 1 0,0-1 0,0 0 0,0 1 0,0-1 0,0 0 0,0 1 0,0-1 0,-1 1 0,1-1 0,0 0 0,0 1 0,1-1 0,-1 0 0,0 1 0,6 18 0,-2-15 0,-1 0 0,1 0 0,-1-1 0,1 1 0,0-1 0,1 0 0,-1 0 0,1 0 0,7 3 0,55 19 0,35 2 0,142 19 0,33-6-330,69 2-989,918 45-1511,10-71 1478,-1026-20 1304,-24 0 5680,-204 2-5555,0 0-1,29-7 1,-41 7-60,3-1-17,-12 1 0,-29 0 0,-252-1 0,10 3-365,-1572 0-3851,823 1 5686,1243-11 837,1-10-2307,479-59-342,693-59-602,-321 109 477,-1033 32 467,-95 2 0,-106 2 0,-93 3 0,-1580 19-271,1202-25 309,136 28 145,76-12 1378,100-10-515,161 2-1046,-831 35 0,-346-48 0,1278-2 0,-75-13 0,12 1 0,-32 8 0,-57-7 0,208 15 0,0-1 0,0 0 0,0 0 0,0 0 0,0 0 0,0 0 0,0 0 0,0-1 0,0 1 0,1 0 0,-1 0 0,0-1 0,0 1 0,0 0 0,0-1 0,0 1 0,1-1 0,-1 1 0,0-1 0,-1 0 0,25-5 0,49-6 0,46-7 0,209-9 0,3204 30 0,-2836 11 0,-50 0 0,62-13-37,729 9-603,-485 82 640,-757-66 282,259 1 0,-61-29-159,242 2-133,-260 29 10,-5 29 0,18 3 0,-259-44 0,527 44 0,-515-62 0,67 3 0,-193 2 0,-25 3 0,-32 2 0,-120 10 0,-228-6 0,296-11 0,-2169 0-459,1104-3 292,-1989 2 793,3107-2-626,0-3 0,1-1 0,-57-16 0,25 5 0,-60-14 0,52 11 0,-1 3 0,-100-7 0,-201 17 0,-181-15 0,240-26 0,-117-13 0,133 48 0,5 1 0,223 4 0,-143-31 0,126 18 0,-2 4 0,-153-6 0,-203 21 0,410 3 0,-835 2 0,514-4 0,340 1 0,0-1 0,-1-1 0,-48-11 0,74 12 0,5 0 0,16-2 0,28-1 0,1007 1 0,-543 5 0,-494-2-101,-8 0-152,-1 0 0,0 0 1,1 1-1,15 3 0,-9 1-6573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3T00:55:0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299 144 24575,'0'1328'0,"-2"-1211"0,-6 0 0,-5-1 0,-5-1 0,-37 130 0,17-109 0,-46 174 0,26 7 0,36 52 0,24 4 0,1-131 0,-3 1231 0,5-1380 0,28 164 0,4 49 0,-34-162 0,13 173 0,15 177 0,-27-439 0,3 0 0,2 0 0,3-1 0,20 58 0,-25-90 0,0 0 0,-2 1 0,0 0 0,-1 0 0,0 35 0,-7-50 0,-2-12 0,-4-18 0,-8-35 0,4-1 0,-10-78 0,2-124 0,12-597 0,10 217 0,-50 123 0,0 4 0,48-95 0,3 313 0,23-61 0,0 37 0,-26-201 0,2-65 0,4 516 0,25-116 0,3-25 0,66-694 0,-67 729 0,-25 146 0,1-1 0,14-31 0,-21 59 0,8-15 0,-4 17 0,0 13 0,0 18 0,-2 1 0,-1 44 0,-1-35 0,1 1018 0,-2-150 0,24-379 0,-1-18 0,-21-28 0,-32-3 0,3-230 0,12 1 0,20 308 0,14 648 0,-21-785 0,2-359 0,-1 150 0,33 261 0,-19-331 0,-8 178 0,-6-229 0,1-4148 0,-12 3683 0,0 28 0,11 212 0,-17-400 0,-16-103 0,35-3 0,2 253 0,-3-441 0,13 661 0,0 14 0,-13 128 0,0 14 0,0 17 0,0 41 0,-2 3806-4004,3-2189 2486,-14-1288 3982,3-276-1087,-38 164 0,-32 97-1053,61-251-334,-5 145 0,19 584 10,8-447 0,-3 214 0,3-547 0,3-1 0,22 97 0,-15-95 0,-2-1 0,3 92 0,-14-135 0,0 17 0,1 0 0,11 68 0,-8-92 0,-1-13 0,-1-20 0,1-77 0,4-91 0,12 5 0,19-267 0,-31-164 0,3-49 0,3-113 0,-9 282 0,55-203 0,-25 410 0,-4-435 0,-32 482 0,-15-681 0,9-128 0,6 206 0,-3 702 0,-7 1 0,-33-154 0,24 204 0,-18-106 0,33 152-117,-3-27-507,-1-77 0,10 129-6202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07389-DE85-4EF0-865C-D97781995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C05E3-A6E1-4D54-90D6-7832DF4CF0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FA235-73AE-4E02-9B3E-402DFF08D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6DA9AE-A2D7-4E44-B70A-97DE067D2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31A62-7D9F-479D-9D5A-2C36932B1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491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0D5C6-29CB-4E30-BF0F-C4761A5FD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AA981-06CD-4B43-B814-CBBC4917A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022287-C743-4823-8D6C-B8C60AB38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1D9FC-F68E-4CA6-B44D-63B2DE7F7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51C6F-4425-4B6E-9A6F-8BA4B2CED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283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1CFDE-6DAE-4DA9-9DDD-AEA1608E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11640-24C2-483C-AE63-ECF89CB01D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5EB5-BA18-4E70-A46B-CBBDA27F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7C4CC-76D7-4F06-B2F8-5EEF1F269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43F05-7E10-45D6-8988-C0300D254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666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6ABD-3676-4EBA-A6AD-3778681F5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4EB96-42C1-4DDB-BCF1-1D8B71C21D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F1CA4-2C0C-4CEB-9D2D-D71A0611B8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4AE6A-7F6E-4625-B718-C95CDFD02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9D6C9-B93C-4CE8-B13B-7444F7AAD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E00CD-A2F5-4DD7-9ECB-4B2F53FF8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347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DAF18-CBF7-4420-A1E4-B0855B44E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B6022-B02E-4FA3-9E77-567E69B05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4CF6E-1723-47F0-96DE-BAFA25132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8B84F0-60FF-40B8-AE0C-8E0BDC58F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2BE149-F38B-4A3B-9E4C-9E2BD74D66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CB2FA7-32A7-4A0E-A39D-72E8DBA3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F2C65A-DF72-42F1-90D3-99E935992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4DA57-C2A0-4901-ABD8-FDF13D5F5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7366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FF71-E3E8-45E7-9379-AB5F3F43F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E71B6F-741B-4111-A746-0A604A573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E8390-BDCA-49D2-BE4E-5B3AD682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E960D8-A72F-4B1F-B5EE-F207CC8F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33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F2856B-61F2-4CB3-8682-508EF1A35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D476DE-BA64-453A-A074-E59C37986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DCA68-A333-41B0-8E04-46A91B6F5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076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6E7B8-CF00-4BA0-926E-74F75EE03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F4658-E280-401F-9385-E94196E3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061AB9-A655-4854-973D-4079AD43A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B220C-810F-4D5A-9015-01F9A549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B3A047-4D71-42BF-8483-7561AA3FB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B4A7D-C0E0-4D84-8B59-A9E85417C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556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0542-7292-41D9-A0CC-C83A09ABF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BEF831-F6C6-4EBC-AF8D-13B707916B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535CC7-CBEA-4B8B-B153-99AD3F23D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1450C-7032-4938-A9F0-F1A1F94F6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870BB-5688-4EF3-A0B2-BD8B34BF1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B084D-7358-447A-B50E-AF506C31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491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B2C15-2E94-4061-A0D1-C701A3F18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3F7280-8782-47A3-9F3F-031FFE31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77B7-4CE4-486E-8C21-A2BB8C2B9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BC4C-0D09-4306-B88C-204B72CF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2C5DF-8A9A-4600-88FD-E85B9BDC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07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416C36-EBD1-41FF-AFF2-03E9A8BC8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FEEF8-3917-4676-8BED-1978881EA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05B55-9A77-4823-84EB-50C8197B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6EC69-53DB-4275-9FA8-5638E8F59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95BA-BAE3-4CFC-97E9-3FC633FA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837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EE5AEF-CADE-4FE6-905B-C4FF73BBD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7CF49-7F39-45E1-A6CD-CE14E8963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37A8F-E67E-4424-A35E-A921F10488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6FB8F-ED0E-4197-A72F-A8F2D60D7009}" type="datetimeFigureOut">
              <a:rPr lang="ru-RU" smtClean="0"/>
              <a:t>03.11.2025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D0B55-459B-456F-B035-70F2459F3A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4168A-A284-458D-ABE2-93889E846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F5DA2-A8E3-41EA-802E-D3758B045A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905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7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customXml" Target="../ink/ink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D484E-2284-4909-B376-0A30F0FDD7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5EBC73-D78A-40AF-91CC-4C726008A3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1235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284FF9-14A2-41C5-94CB-DC6177067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31052" y="981282"/>
            <a:ext cx="4841405" cy="35105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CFF1F20-BFF9-4108-95A4-A982AA30426A}"/>
              </a:ext>
            </a:extLst>
          </p:cNvPr>
          <p:cNvGrpSpPr/>
          <p:nvPr/>
        </p:nvGrpSpPr>
        <p:grpSpPr>
          <a:xfrm>
            <a:off x="4872404" y="594421"/>
            <a:ext cx="5052650" cy="5076826"/>
            <a:chOff x="5637335" y="1331301"/>
            <a:chExt cx="5052650" cy="5076826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F7BE102-0FEC-4608-B71F-90CB80D537EC}"/>
                </a:ext>
              </a:extLst>
            </p:cNvPr>
            <p:cNvGrpSpPr/>
            <p:nvPr/>
          </p:nvGrpSpPr>
          <p:grpSpPr>
            <a:xfrm>
              <a:off x="5637335" y="1455126"/>
              <a:ext cx="4953001" cy="320920"/>
              <a:chOff x="5637335" y="1455126"/>
              <a:chExt cx="4953001" cy="320920"/>
            </a:xfrm>
          </p:grpSpPr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4B49827A-34D3-4D1D-8A0D-E43CDFBE1BA7}"/>
                  </a:ext>
                </a:extLst>
              </p:cNvPr>
              <p:cNvSpPr/>
              <p:nvPr/>
            </p:nvSpPr>
            <p:spPr>
              <a:xfrm>
                <a:off x="6172201" y="1503484"/>
                <a:ext cx="3903784" cy="175846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4975DE75-4120-4031-A322-A08EC67465B5}"/>
                  </a:ext>
                </a:extLst>
              </p:cNvPr>
              <p:cNvSpPr/>
              <p:nvPr/>
            </p:nvSpPr>
            <p:spPr>
              <a:xfrm>
                <a:off x="5637335" y="1455126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71EAB804-D647-498C-A289-F16813E3B490}"/>
                  </a:ext>
                </a:extLst>
              </p:cNvPr>
              <p:cNvSpPr/>
              <p:nvPr/>
            </p:nvSpPr>
            <p:spPr>
              <a:xfrm>
                <a:off x="9825406" y="1503484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5FA49BE-AEB5-4579-8D6C-6C59218C0A80}"/>
                </a:ext>
              </a:extLst>
            </p:cNvPr>
            <p:cNvGrpSpPr/>
            <p:nvPr/>
          </p:nvGrpSpPr>
          <p:grpSpPr>
            <a:xfrm rot="16200000">
              <a:off x="3428269" y="3647342"/>
              <a:ext cx="4953001" cy="320920"/>
              <a:chOff x="5386756" y="2979126"/>
              <a:chExt cx="4953001" cy="320920"/>
            </a:xfrm>
          </p:grpSpPr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F92CA3AA-723C-4C7F-BEB8-224487415EB0}"/>
                  </a:ext>
                </a:extLst>
              </p:cNvPr>
              <p:cNvSpPr/>
              <p:nvPr/>
            </p:nvSpPr>
            <p:spPr>
              <a:xfrm>
                <a:off x="5921622" y="3027484"/>
                <a:ext cx="3903784" cy="175846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2BC3369E-5B8F-4EC9-AA63-0C105DBAE6F5}"/>
                  </a:ext>
                </a:extLst>
              </p:cNvPr>
              <p:cNvSpPr/>
              <p:nvPr/>
            </p:nvSpPr>
            <p:spPr>
              <a:xfrm>
                <a:off x="5386756" y="2979126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ABE8739-F6EC-4D46-B6D4-C68487738D3A}"/>
                  </a:ext>
                </a:extLst>
              </p:cNvPr>
              <p:cNvSpPr/>
              <p:nvPr/>
            </p:nvSpPr>
            <p:spPr>
              <a:xfrm>
                <a:off x="9574827" y="3027484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82F75E-15A9-4F64-974F-159B8526BF47}"/>
                </a:ext>
              </a:extLst>
            </p:cNvPr>
            <p:cNvGrpSpPr/>
            <p:nvPr/>
          </p:nvGrpSpPr>
          <p:grpSpPr>
            <a:xfrm rot="5400000">
              <a:off x="7891829" y="3771167"/>
              <a:ext cx="4953001" cy="320920"/>
              <a:chOff x="5386756" y="2979126"/>
              <a:chExt cx="4953001" cy="320920"/>
            </a:xfrm>
          </p:grpSpPr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78907D49-CA7B-451E-9222-3F59B902F509}"/>
                  </a:ext>
                </a:extLst>
              </p:cNvPr>
              <p:cNvSpPr/>
              <p:nvPr/>
            </p:nvSpPr>
            <p:spPr>
              <a:xfrm>
                <a:off x="5921622" y="3027484"/>
                <a:ext cx="3903784" cy="175846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B6C32919-CBE3-4D71-943A-F8F1E232FE4C}"/>
                  </a:ext>
                </a:extLst>
              </p:cNvPr>
              <p:cNvSpPr/>
              <p:nvPr/>
            </p:nvSpPr>
            <p:spPr>
              <a:xfrm>
                <a:off x="5386756" y="2979126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A2BCE7A3-8401-464A-8635-45EF602AA3EB}"/>
                  </a:ext>
                </a:extLst>
              </p:cNvPr>
              <p:cNvSpPr/>
              <p:nvPr/>
            </p:nvSpPr>
            <p:spPr>
              <a:xfrm>
                <a:off x="9574827" y="3027484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CD6ED35-5AE3-4C61-8EB0-F99121C65E7F}"/>
                </a:ext>
              </a:extLst>
            </p:cNvPr>
            <p:cNvGrpSpPr/>
            <p:nvPr/>
          </p:nvGrpSpPr>
          <p:grpSpPr>
            <a:xfrm rot="10800000">
              <a:off x="5736984" y="6025663"/>
              <a:ext cx="4953001" cy="320920"/>
              <a:chOff x="5637335" y="1455126"/>
              <a:chExt cx="4953001" cy="32092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A2F9029-1E13-43B2-8B10-2DFEA89B03DA}"/>
                  </a:ext>
                </a:extLst>
              </p:cNvPr>
              <p:cNvSpPr/>
              <p:nvPr/>
            </p:nvSpPr>
            <p:spPr>
              <a:xfrm>
                <a:off x="6172201" y="1503484"/>
                <a:ext cx="3903784" cy="175846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BCDA2457-A2F9-4E9F-94FB-A7CA978AB87D}"/>
                  </a:ext>
                </a:extLst>
              </p:cNvPr>
              <p:cNvSpPr/>
              <p:nvPr/>
            </p:nvSpPr>
            <p:spPr>
              <a:xfrm>
                <a:off x="5637335" y="1455126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F1F0A18-1632-4C10-A3E8-CAFB7EE03F0D}"/>
                  </a:ext>
                </a:extLst>
              </p:cNvPr>
              <p:cNvSpPr/>
              <p:nvPr/>
            </p:nvSpPr>
            <p:spPr>
              <a:xfrm>
                <a:off x="9825406" y="1503484"/>
                <a:ext cx="764930" cy="272562"/>
              </a:xfrm>
              <a:custGeom>
                <a:avLst/>
                <a:gdLst>
                  <a:gd name="connsiteX0" fmla="*/ 0 w 3903784"/>
                  <a:gd name="connsiteY0" fmla="*/ 158262 h 175846"/>
                  <a:gd name="connsiteX1" fmla="*/ 1872761 w 3903784"/>
                  <a:gd name="connsiteY1" fmla="*/ 0 h 175846"/>
                  <a:gd name="connsiteX2" fmla="*/ 3903784 w 3903784"/>
                  <a:gd name="connsiteY2" fmla="*/ 175846 h 175846"/>
                  <a:gd name="connsiteX3" fmla="*/ 0 w 3903784"/>
                  <a:gd name="connsiteY3" fmla="*/ 158262 h 175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03784" h="175846">
                    <a:moveTo>
                      <a:pt x="0" y="158262"/>
                    </a:moveTo>
                    <a:lnTo>
                      <a:pt x="1872761" y="0"/>
                    </a:lnTo>
                    <a:lnTo>
                      <a:pt x="3903784" y="175846"/>
                    </a:lnTo>
                    <a:lnTo>
                      <a:pt x="0" y="15826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155743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19B67-E2F1-4BE2-9E60-4678AD2BD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91" y="443826"/>
            <a:ext cx="3200847" cy="2629267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4150C789-50A8-4978-A5D0-8A210AFAA229}"/>
              </a:ext>
            </a:extLst>
          </p:cNvPr>
          <p:cNvGrpSpPr/>
          <p:nvPr/>
        </p:nvGrpSpPr>
        <p:grpSpPr>
          <a:xfrm>
            <a:off x="4462095" y="1362807"/>
            <a:ext cx="5229954" cy="5182325"/>
            <a:chOff x="4462095" y="1362807"/>
            <a:chExt cx="5229954" cy="5182325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663D4C3-7E3B-4750-9F25-C44B79090086}"/>
                </a:ext>
              </a:extLst>
            </p:cNvPr>
            <p:cNvGrpSpPr/>
            <p:nvPr/>
          </p:nvGrpSpPr>
          <p:grpSpPr>
            <a:xfrm>
              <a:off x="4510454" y="1362807"/>
              <a:ext cx="5100802" cy="562708"/>
              <a:chOff x="4510454" y="1362807"/>
              <a:chExt cx="5100802" cy="562708"/>
            </a:xfrm>
          </p:grpSpPr>
          <p:sp>
            <p:nvSpPr>
              <p:cNvPr id="4" name="Flowchart: Sort 3">
                <a:extLst>
                  <a:ext uri="{FF2B5EF4-FFF2-40B4-BE49-F238E27FC236}">
                    <a16:creationId xmlns:a16="http://schemas.microsoft.com/office/drawing/2014/main" id="{CF7BACFE-A33D-4B7B-8331-0EB3B90B963E}"/>
                  </a:ext>
                </a:extLst>
              </p:cNvPr>
              <p:cNvSpPr/>
              <p:nvPr/>
            </p:nvSpPr>
            <p:spPr>
              <a:xfrm>
                <a:off x="451045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Isosceles Triangle 5">
                <a:extLst>
                  <a:ext uri="{FF2B5EF4-FFF2-40B4-BE49-F238E27FC236}">
                    <a16:creationId xmlns:a16="http://schemas.microsoft.com/office/drawing/2014/main" id="{942166AE-14BE-4FFE-BDFA-44617DB343CB}"/>
                  </a:ext>
                </a:extLst>
              </p:cNvPr>
              <p:cNvSpPr/>
              <p:nvPr/>
            </p:nvSpPr>
            <p:spPr>
              <a:xfrm>
                <a:off x="4976446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Isosceles Triangle 6">
                <a:extLst>
                  <a:ext uri="{FF2B5EF4-FFF2-40B4-BE49-F238E27FC236}">
                    <a16:creationId xmlns:a16="http://schemas.microsoft.com/office/drawing/2014/main" id="{ACD991F4-E12D-4F57-BD01-540C2D880787}"/>
                  </a:ext>
                </a:extLst>
              </p:cNvPr>
              <p:cNvSpPr/>
              <p:nvPr/>
            </p:nvSpPr>
            <p:spPr>
              <a:xfrm>
                <a:off x="5442438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Isosceles Triangle 7">
                <a:extLst>
                  <a:ext uri="{FF2B5EF4-FFF2-40B4-BE49-F238E27FC236}">
                    <a16:creationId xmlns:a16="http://schemas.microsoft.com/office/drawing/2014/main" id="{2E537E3B-0871-4BCF-805F-E1CD74109F77}"/>
                  </a:ext>
                </a:extLst>
              </p:cNvPr>
              <p:cNvSpPr/>
              <p:nvPr/>
            </p:nvSpPr>
            <p:spPr>
              <a:xfrm>
                <a:off x="5908430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Isosceles Triangle 8">
                <a:extLst>
                  <a:ext uri="{FF2B5EF4-FFF2-40B4-BE49-F238E27FC236}">
                    <a16:creationId xmlns:a16="http://schemas.microsoft.com/office/drawing/2014/main" id="{DE8382DB-B96F-4AFE-B07A-D1F883D2A1AA}"/>
                  </a:ext>
                </a:extLst>
              </p:cNvPr>
              <p:cNvSpPr/>
              <p:nvPr/>
            </p:nvSpPr>
            <p:spPr>
              <a:xfrm>
                <a:off x="6374422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Isosceles Triangle 9">
                <a:extLst>
                  <a:ext uri="{FF2B5EF4-FFF2-40B4-BE49-F238E27FC236}">
                    <a16:creationId xmlns:a16="http://schemas.microsoft.com/office/drawing/2014/main" id="{997311B0-EA47-4EA4-ABB7-0A197D434904}"/>
                  </a:ext>
                </a:extLst>
              </p:cNvPr>
              <p:cNvSpPr/>
              <p:nvPr/>
            </p:nvSpPr>
            <p:spPr>
              <a:xfrm>
                <a:off x="6840414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Isosceles Triangle 10">
                <a:extLst>
                  <a:ext uri="{FF2B5EF4-FFF2-40B4-BE49-F238E27FC236}">
                    <a16:creationId xmlns:a16="http://schemas.microsoft.com/office/drawing/2014/main" id="{E4CE6BDA-E6ED-42E5-BDD7-46B6EB809D11}"/>
                  </a:ext>
                </a:extLst>
              </p:cNvPr>
              <p:cNvSpPr/>
              <p:nvPr/>
            </p:nvSpPr>
            <p:spPr>
              <a:xfrm>
                <a:off x="7306406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Isosceles Triangle 11">
                <a:extLst>
                  <a:ext uri="{FF2B5EF4-FFF2-40B4-BE49-F238E27FC236}">
                    <a16:creationId xmlns:a16="http://schemas.microsoft.com/office/drawing/2014/main" id="{2E8DC06B-2C40-4339-B8DF-F17A5E2691D7}"/>
                  </a:ext>
                </a:extLst>
              </p:cNvPr>
              <p:cNvSpPr/>
              <p:nvPr/>
            </p:nvSpPr>
            <p:spPr>
              <a:xfrm>
                <a:off x="7772398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Isosceles Triangle 12">
                <a:extLst>
                  <a:ext uri="{FF2B5EF4-FFF2-40B4-BE49-F238E27FC236}">
                    <a16:creationId xmlns:a16="http://schemas.microsoft.com/office/drawing/2014/main" id="{4CC9C21E-EA36-4494-8F53-96B33A1068D2}"/>
                  </a:ext>
                </a:extLst>
              </p:cNvPr>
              <p:cNvSpPr/>
              <p:nvPr/>
            </p:nvSpPr>
            <p:spPr>
              <a:xfrm>
                <a:off x="8238390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4" name="Isosceles Triangle 13">
                <a:extLst>
                  <a:ext uri="{FF2B5EF4-FFF2-40B4-BE49-F238E27FC236}">
                    <a16:creationId xmlns:a16="http://schemas.microsoft.com/office/drawing/2014/main" id="{E9381960-DB81-4172-9ECE-C7196E9DA9FF}"/>
                  </a:ext>
                </a:extLst>
              </p:cNvPr>
              <p:cNvSpPr/>
              <p:nvPr/>
            </p:nvSpPr>
            <p:spPr>
              <a:xfrm>
                <a:off x="8704382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5" name="Flowchart: Sort 14">
                <a:extLst>
                  <a:ext uri="{FF2B5EF4-FFF2-40B4-BE49-F238E27FC236}">
                    <a16:creationId xmlns:a16="http://schemas.microsoft.com/office/drawing/2014/main" id="{88E7A038-FDC5-4F90-A6E2-8EA86BA10ED7}"/>
                  </a:ext>
                </a:extLst>
              </p:cNvPr>
              <p:cNvSpPr/>
              <p:nvPr/>
            </p:nvSpPr>
            <p:spPr>
              <a:xfrm>
                <a:off x="914526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DF00D38-82AD-4A91-A6E8-564F985E3C93}"/>
                </a:ext>
              </a:extLst>
            </p:cNvPr>
            <p:cNvGrpSpPr/>
            <p:nvPr/>
          </p:nvGrpSpPr>
          <p:grpSpPr>
            <a:xfrm rot="16200000">
              <a:off x="2193049" y="3649439"/>
              <a:ext cx="5100802" cy="562709"/>
              <a:chOff x="4510454" y="1362807"/>
              <a:chExt cx="5100802" cy="562709"/>
            </a:xfrm>
          </p:grpSpPr>
          <p:sp>
            <p:nvSpPr>
              <p:cNvPr id="18" name="Flowchart: Sort 17">
                <a:extLst>
                  <a:ext uri="{FF2B5EF4-FFF2-40B4-BE49-F238E27FC236}">
                    <a16:creationId xmlns:a16="http://schemas.microsoft.com/office/drawing/2014/main" id="{B59B10F6-797F-4A5E-8550-87984E0E8F0C}"/>
                  </a:ext>
                </a:extLst>
              </p:cNvPr>
              <p:cNvSpPr/>
              <p:nvPr/>
            </p:nvSpPr>
            <p:spPr>
              <a:xfrm>
                <a:off x="451045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Isosceles Triangle 18">
                <a:extLst>
                  <a:ext uri="{FF2B5EF4-FFF2-40B4-BE49-F238E27FC236}">
                    <a16:creationId xmlns:a16="http://schemas.microsoft.com/office/drawing/2014/main" id="{E5C287BB-3B08-4718-A07B-5D891F797F24}"/>
                  </a:ext>
                </a:extLst>
              </p:cNvPr>
              <p:cNvSpPr/>
              <p:nvPr/>
            </p:nvSpPr>
            <p:spPr>
              <a:xfrm>
                <a:off x="4976446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Isosceles Triangle 19">
                <a:extLst>
                  <a:ext uri="{FF2B5EF4-FFF2-40B4-BE49-F238E27FC236}">
                    <a16:creationId xmlns:a16="http://schemas.microsoft.com/office/drawing/2014/main" id="{8880260F-2668-4DCB-BD2D-737E61711088}"/>
                  </a:ext>
                </a:extLst>
              </p:cNvPr>
              <p:cNvSpPr/>
              <p:nvPr/>
            </p:nvSpPr>
            <p:spPr>
              <a:xfrm>
                <a:off x="5442438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Isosceles Triangle 20">
                <a:extLst>
                  <a:ext uri="{FF2B5EF4-FFF2-40B4-BE49-F238E27FC236}">
                    <a16:creationId xmlns:a16="http://schemas.microsoft.com/office/drawing/2014/main" id="{953FB2F9-E60A-4E83-8672-13444C1D3231}"/>
                  </a:ext>
                </a:extLst>
              </p:cNvPr>
              <p:cNvSpPr/>
              <p:nvPr/>
            </p:nvSpPr>
            <p:spPr>
              <a:xfrm>
                <a:off x="5908430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Isosceles Triangle 21">
                <a:extLst>
                  <a:ext uri="{FF2B5EF4-FFF2-40B4-BE49-F238E27FC236}">
                    <a16:creationId xmlns:a16="http://schemas.microsoft.com/office/drawing/2014/main" id="{A01DD8D6-136D-481D-BD67-7A519FBF21AF}"/>
                  </a:ext>
                </a:extLst>
              </p:cNvPr>
              <p:cNvSpPr/>
              <p:nvPr/>
            </p:nvSpPr>
            <p:spPr>
              <a:xfrm>
                <a:off x="6374422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ABEEAE53-0D6D-40D6-8C50-0BC24144CBD9}"/>
                  </a:ext>
                </a:extLst>
              </p:cNvPr>
              <p:cNvSpPr/>
              <p:nvPr/>
            </p:nvSpPr>
            <p:spPr>
              <a:xfrm>
                <a:off x="6840414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Isosceles Triangle 23">
                <a:extLst>
                  <a:ext uri="{FF2B5EF4-FFF2-40B4-BE49-F238E27FC236}">
                    <a16:creationId xmlns:a16="http://schemas.microsoft.com/office/drawing/2014/main" id="{27109E16-1AE4-41AD-A7B9-3C730E693F24}"/>
                  </a:ext>
                </a:extLst>
              </p:cNvPr>
              <p:cNvSpPr/>
              <p:nvPr/>
            </p:nvSpPr>
            <p:spPr>
              <a:xfrm>
                <a:off x="7306406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Isosceles Triangle 24">
                <a:extLst>
                  <a:ext uri="{FF2B5EF4-FFF2-40B4-BE49-F238E27FC236}">
                    <a16:creationId xmlns:a16="http://schemas.microsoft.com/office/drawing/2014/main" id="{D4119D9F-8F8B-41C6-BE04-231339EE1473}"/>
                  </a:ext>
                </a:extLst>
              </p:cNvPr>
              <p:cNvSpPr/>
              <p:nvPr/>
            </p:nvSpPr>
            <p:spPr>
              <a:xfrm>
                <a:off x="7772398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6" name="Isosceles Triangle 25">
                <a:extLst>
                  <a:ext uri="{FF2B5EF4-FFF2-40B4-BE49-F238E27FC236}">
                    <a16:creationId xmlns:a16="http://schemas.microsoft.com/office/drawing/2014/main" id="{1669DAC8-A165-4E62-B659-BD7D7D5C6B49}"/>
                  </a:ext>
                </a:extLst>
              </p:cNvPr>
              <p:cNvSpPr/>
              <p:nvPr/>
            </p:nvSpPr>
            <p:spPr>
              <a:xfrm>
                <a:off x="8238390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7" name="Isosceles Triangle 26">
                <a:extLst>
                  <a:ext uri="{FF2B5EF4-FFF2-40B4-BE49-F238E27FC236}">
                    <a16:creationId xmlns:a16="http://schemas.microsoft.com/office/drawing/2014/main" id="{B83ACDA0-AA5D-4195-81A8-9A916CA397B0}"/>
                  </a:ext>
                </a:extLst>
              </p:cNvPr>
              <p:cNvSpPr/>
              <p:nvPr/>
            </p:nvSpPr>
            <p:spPr>
              <a:xfrm>
                <a:off x="8704382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8" name="Flowchart: Sort 27">
                <a:extLst>
                  <a:ext uri="{FF2B5EF4-FFF2-40B4-BE49-F238E27FC236}">
                    <a16:creationId xmlns:a16="http://schemas.microsoft.com/office/drawing/2014/main" id="{73FC06F5-9CCB-4D92-A36D-89F3EF930D58}"/>
                  </a:ext>
                </a:extLst>
              </p:cNvPr>
              <p:cNvSpPr/>
              <p:nvPr/>
            </p:nvSpPr>
            <p:spPr>
              <a:xfrm>
                <a:off x="9145264" y="1380393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E3763249-4448-41F4-95E3-27BD58B50667}"/>
                </a:ext>
              </a:extLst>
            </p:cNvPr>
            <p:cNvGrpSpPr/>
            <p:nvPr/>
          </p:nvGrpSpPr>
          <p:grpSpPr>
            <a:xfrm rot="5400000">
              <a:off x="6860294" y="3649440"/>
              <a:ext cx="5100802" cy="562708"/>
              <a:chOff x="4510454" y="1362807"/>
              <a:chExt cx="5100802" cy="562708"/>
            </a:xfrm>
          </p:grpSpPr>
          <p:sp>
            <p:nvSpPr>
              <p:cNvPr id="30" name="Flowchart: Sort 29">
                <a:extLst>
                  <a:ext uri="{FF2B5EF4-FFF2-40B4-BE49-F238E27FC236}">
                    <a16:creationId xmlns:a16="http://schemas.microsoft.com/office/drawing/2014/main" id="{EC78BB9C-E6CA-4F49-855E-6FCEFA40C8D4}"/>
                  </a:ext>
                </a:extLst>
              </p:cNvPr>
              <p:cNvSpPr/>
              <p:nvPr/>
            </p:nvSpPr>
            <p:spPr>
              <a:xfrm>
                <a:off x="451045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Isosceles Triangle 30">
                <a:extLst>
                  <a:ext uri="{FF2B5EF4-FFF2-40B4-BE49-F238E27FC236}">
                    <a16:creationId xmlns:a16="http://schemas.microsoft.com/office/drawing/2014/main" id="{2374239E-B56D-49BA-AC82-65119CA9C158}"/>
                  </a:ext>
                </a:extLst>
              </p:cNvPr>
              <p:cNvSpPr/>
              <p:nvPr/>
            </p:nvSpPr>
            <p:spPr>
              <a:xfrm>
                <a:off x="4976446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Isosceles Triangle 31">
                <a:extLst>
                  <a:ext uri="{FF2B5EF4-FFF2-40B4-BE49-F238E27FC236}">
                    <a16:creationId xmlns:a16="http://schemas.microsoft.com/office/drawing/2014/main" id="{D5BF2D48-86AA-4CFD-BF4C-EFB04E93474C}"/>
                  </a:ext>
                </a:extLst>
              </p:cNvPr>
              <p:cNvSpPr/>
              <p:nvPr/>
            </p:nvSpPr>
            <p:spPr>
              <a:xfrm>
                <a:off x="5442438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Isosceles Triangle 32">
                <a:extLst>
                  <a:ext uri="{FF2B5EF4-FFF2-40B4-BE49-F238E27FC236}">
                    <a16:creationId xmlns:a16="http://schemas.microsoft.com/office/drawing/2014/main" id="{DF345885-53D7-4CA4-9E71-60346E823561}"/>
                  </a:ext>
                </a:extLst>
              </p:cNvPr>
              <p:cNvSpPr/>
              <p:nvPr/>
            </p:nvSpPr>
            <p:spPr>
              <a:xfrm>
                <a:off x="5908430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Isosceles Triangle 33">
                <a:extLst>
                  <a:ext uri="{FF2B5EF4-FFF2-40B4-BE49-F238E27FC236}">
                    <a16:creationId xmlns:a16="http://schemas.microsoft.com/office/drawing/2014/main" id="{B90FE234-F40E-4889-BD07-7F8F8297F853}"/>
                  </a:ext>
                </a:extLst>
              </p:cNvPr>
              <p:cNvSpPr/>
              <p:nvPr/>
            </p:nvSpPr>
            <p:spPr>
              <a:xfrm>
                <a:off x="6374422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Isosceles Triangle 34">
                <a:extLst>
                  <a:ext uri="{FF2B5EF4-FFF2-40B4-BE49-F238E27FC236}">
                    <a16:creationId xmlns:a16="http://schemas.microsoft.com/office/drawing/2014/main" id="{E9931484-7552-49CC-8DB4-E664C429C660}"/>
                  </a:ext>
                </a:extLst>
              </p:cNvPr>
              <p:cNvSpPr/>
              <p:nvPr/>
            </p:nvSpPr>
            <p:spPr>
              <a:xfrm>
                <a:off x="6840414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Isosceles Triangle 35">
                <a:extLst>
                  <a:ext uri="{FF2B5EF4-FFF2-40B4-BE49-F238E27FC236}">
                    <a16:creationId xmlns:a16="http://schemas.microsoft.com/office/drawing/2014/main" id="{D4ED86B8-81A8-458E-9E75-DFCA513D213D}"/>
                  </a:ext>
                </a:extLst>
              </p:cNvPr>
              <p:cNvSpPr/>
              <p:nvPr/>
            </p:nvSpPr>
            <p:spPr>
              <a:xfrm>
                <a:off x="7306406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7" name="Isosceles Triangle 36">
                <a:extLst>
                  <a:ext uri="{FF2B5EF4-FFF2-40B4-BE49-F238E27FC236}">
                    <a16:creationId xmlns:a16="http://schemas.microsoft.com/office/drawing/2014/main" id="{F10C39D9-9210-4CD6-9709-D986CCBFD7A4}"/>
                  </a:ext>
                </a:extLst>
              </p:cNvPr>
              <p:cNvSpPr/>
              <p:nvPr/>
            </p:nvSpPr>
            <p:spPr>
              <a:xfrm>
                <a:off x="7772398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8" name="Isosceles Triangle 37">
                <a:extLst>
                  <a:ext uri="{FF2B5EF4-FFF2-40B4-BE49-F238E27FC236}">
                    <a16:creationId xmlns:a16="http://schemas.microsoft.com/office/drawing/2014/main" id="{5BC0615B-6A85-4F0B-92AF-3F7BAB535CBE}"/>
                  </a:ext>
                </a:extLst>
              </p:cNvPr>
              <p:cNvSpPr/>
              <p:nvPr/>
            </p:nvSpPr>
            <p:spPr>
              <a:xfrm>
                <a:off x="8238390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9" name="Isosceles Triangle 38">
                <a:extLst>
                  <a:ext uri="{FF2B5EF4-FFF2-40B4-BE49-F238E27FC236}">
                    <a16:creationId xmlns:a16="http://schemas.microsoft.com/office/drawing/2014/main" id="{C9A5DB34-0DC3-4091-AEF7-D89D4900E316}"/>
                  </a:ext>
                </a:extLst>
              </p:cNvPr>
              <p:cNvSpPr/>
              <p:nvPr/>
            </p:nvSpPr>
            <p:spPr>
              <a:xfrm>
                <a:off x="8704382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Flowchart: Sort 39">
                <a:extLst>
                  <a:ext uri="{FF2B5EF4-FFF2-40B4-BE49-F238E27FC236}">
                    <a16:creationId xmlns:a16="http://schemas.microsoft.com/office/drawing/2014/main" id="{D2F53C95-DA17-4270-8AD0-7ED940EF6494}"/>
                  </a:ext>
                </a:extLst>
              </p:cNvPr>
              <p:cNvSpPr/>
              <p:nvPr/>
            </p:nvSpPr>
            <p:spPr>
              <a:xfrm>
                <a:off x="914526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FE8E5B0-BEBA-4347-A3B5-81765F20BFA5}"/>
                </a:ext>
              </a:extLst>
            </p:cNvPr>
            <p:cNvGrpSpPr/>
            <p:nvPr/>
          </p:nvGrpSpPr>
          <p:grpSpPr>
            <a:xfrm rot="10800000">
              <a:off x="4573663" y="5982424"/>
              <a:ext cx="5100802" cy="562708"/>
              <a:chOff x="4510454" y="1362807"/>
              <a:chExt cx="5100802" cy="562708"/>
            </a:xfrm>
          </p:grpSpPr>
          <p:sp>
            <p:nvSpPr>
              <p:cNvPr id="42" name="Flowchart: Sort 41">
                <a:extLst>
                  <a:ext uri="{FF2B5EF4-FFF2-40B4-BE49-F238E27FC236}">
                    <a16:creationId xmlns:a16="http://schemas.microsoft.com/office/drawing/2014/main" id="{86E8D060-BF44-4B75-B04A-0BF36E482F50}"/>
                  </a:ext>
                </a:extLst>
              </p:cNvPr>
              <p:cNvSpPr/>
              <p:nvPr/>
            </p:nvSpPr>
            <p:spPr>
              <a:xfrm>
                <a:off x="451045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Isosceles Triangle 42">
                <a:extLst>
                  <a:ext uri="{FF2B5EF4-FFF2-40B4-BE49-F238E27FC236}">
                    <a16:creationId xmlns:a16="http://schemas.microsoft.com/office/drawing/2014/main" id="{365534FE-DA38-46D0-A71F-FFDC77153D47}"/>
                  </a:ext>
                </a:extLst>
              </p:cNvPr>
              <p:cNvSpPr/>
              <p:nvPr/>
            </p:nvSpPr>
            <p:spPr>
              <a:xfrm>
                <a:off x="4976446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Isosceles Triangle 43">
                <a:extLst>
                  <a:ext uri="{FF2B5EF4-FFF2-40B4-BE49-F238E27FC236}">
                    <a16:creationId xmlns:a16="http://schemas.microsoft.com/office/drawing/2014/main" id="{8A1EB2A9-2ED0-4FF6-A4C6-08B993500D33}"/>
                  </a:ext>
                </a:extLst>
              </p:cNvPr>
              <p:cNvSpPr/>
              <p:nvPr/>
            </p:nvSpPr>
            <p:spPr>
              <a:xfrm>
                <a:off x="5442438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Isosceles Triangle 44">
                <a:extLst>
                  <a:ext uri="{FF2B5EF4-FFF2-40B4-BE49-F238E27FC236}">
                    <a16:creationId xmlns:a16="http://schemas.microsoft.com/office/drawing/2014/main" id="{2886C9CC-5800-479F-9722-989143EF7C6B}"/>
                  </a:ext>
                </a:extLst>
              </p:cNvPr>
              <p:cNvSpPr/>
              <p:nvPr/>
            </p:nvSpPr>
            <p:spPr>
              <a:xfrm>
                <a:off x="5908430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Isosceles Triangle 45">
                <a:extLst>
                  <a:ext uri="{FF2B5EF4-FFF2-40B4-BE49-F238E27FC236}">
                    <a16:creationId xmlns:a16="http://schemas.microsoft.com/office/drawing/2014/main" id="{D4658C2A-867D-4E31-A97E-BF8EDD3A0B77}"/>
                  </a:ext>
                </a:extLst>
              </p:cNvPr>
              <p:cNvSpPr/>
              <p:nvPr/>
            </p:nvSpPr>
            <p:spPr>
              <a:xfrm>
                <a:off x="6374422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7" name="Isosceles Triangle 46">
                <a:extLst>
                  <a:ext uri="{FF2B5EF4-FFF2-40B4-BE49-F238E27FC236}">
                    <a16:creationId xmlns:a16="http://schemas.microsoft.com/office/drawing/2014/main" id="{19B89FD3-6039-4DA6-9C47-EDDE495BEFBF}"/>
                  </a:ext>
                </a:extLst>
              </p:cNvPr>
              <p:cNvSpPr/>
              <p:nvPr/>
            </p:nvSpPr>
            <p:spPr>
              <a:xfrm>
                <a:off x="6840414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3C4248E6-FAFF-4B98-BDF4-E5556585121E}"/>
                  </a:ext>
                </a:extLst>
              </p:cNvPr>
              <p:cNvSpPr/>
              <p:nvPr/>
            </p:nvSpPr>
            <p:spPr>
              <a:xfrm>
                <a:off x="7306406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B6873BFC-FAA0-4F21-A50E-BEC84D597169}"/>
                  </a:ext>
                </a:extLst>
              </p:cNvPr>
              <p:cNvSpPr/>
              <p:nvPr/>
            </p:nvSpPr>
            <p:spPr>
              <a:xfrm>
                <a:off x="7772398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0" name="Isosceles Triangle 49">
                <a:extLst>
                  <a:ext uri="{FF2B5EF4-FFF2-40B4-BE49-F238E27FC236}">
                    <a16:creationId xmlns:a16="http://schemas.microsoft.com/office/drawing/2014/main" id="{4CC6FD7F-CB82-45E3-829A-57AE13F0A5B0}"/>
                  </a:ext>
                </a:extLst>
              </p:cNvPr>
              <p:cNvSpPr/>
              <p:nvPr/>
            </p:nvSpPr>
            <p:spPr>
              <a:xfrm>
                <a:off x="8238390" y="1362807"/>
                <a:ext cx="465992" cy="290146"/>
              </a:xfrm>
              <a:prstGeom prst="triangl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1" name="Isosceles Triangle 50">
                <a:extLst>
                  <a:ext uri="{FF2B5EF4-FFF2-40B4-BE49-F238E27FC236}">
                    <a16:creationId xmlns:a16="http://schemas.microsoft.com/office/drawing/2014/main" id="{480C48EB-5D6A-4E08-AD58-25FCF6FA9BEB}"/>
                  </a:ext>
                </a:extLst>
              </p:cNvPr>
              <p:cNvSpPr/>
              <p:nvPr/>
            </p:nvSpPr>
            <p:spPr>
              <a:xfrm>
                <a:off x="8704382" y="1362807"/>
                <a:ext cx="465992" cy="290146"/>
              </a:xfrm>
              <a:prstGeom prst="triangl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2" name="Flowchart: Sort 51">
                <a:extLst>
                  <a:ext uri="{FF2B5EF4-FFF2-40B4-BE49-F238E27FC236}">
                    <a16:creationId xmlns:a16="http://schemas.microsoft.com/office/drawing/2014/main" id="{F5DE315C-9D44-48AD-A25A-A58EF7322DD9}"/>
                  </a:ext>
                </a:extLst>
              </p:cNvPr>
              <p:cNvSpPr/>
              <p:nvPr/>
            </p:nvSpPr>
            <p:spPr>
              <a:xfrm>
                <a:off x="9145264" y="1380392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3518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861674-01D9-4D2D-AE22-4D071F7D3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73" y="897701"/>
            <a:ext cx="3753374" cy="2705478"/>
          </a:xfrm>
          <a:prstGeom prst="rect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AD73913D-CCD8-4387-A16F-19020F75DF11}"/>
              </a:ext>
            </a:extLst>
          </p:cNvPr>
          <p:cNvGrpSpPr/>
          <p:nvPr/>
        </p:nvGrpSpPr>
        <p:grpSpPr>
          <a:xfrm>
            <a:off x="4274235" y="1160581"/>
            <a:ext cx="4722485" cy="5262191"/>
            <a:chOff x="4274235" y="1160581"/>
            <a:chExt cx="4722485" cy="526219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046ABA0-B243-4694-827D-A21A66701053}"/>
                </a:ext>
              </a:extLst>
            </p:cNvPr>
            <p:cNvGrpSpPr/>
            <p:nvPr/>
          </p:nvGrpSpPr>
          <p:grpSpPr>
            <a:xfrm>
              <a:off x="4308231" y="1160581"/>
              <a:ext cx="4642332" cy="545127"/>
              <a:chOff x="4308231" y="1160581"/>
              <a:chExt cx="4642332" cy="545127"/>
            </a:xfrm>
          </p:grpSpPr>
          <p:sp>
            <p:nvSpPr>
              <p:cNvPr id="4" name="Flowchart: Sort 3">
                <a:extLst>
                  <a:ext uri="{FF2B5EF4-FFF2-40B4-BE49-F238E27FC236}">
                    <a16:creationId xmlns:a16="http://schemas.microsoft.com/office/drawing/2014/main" id="{1F713CE6-6CAE-4DDE-B027-836434EB93DA}"/>
                  </a:ext>
                </a:extLst>
              </p:cNvPr>
              <p:cNvSpPr/>
              <p:nvPr/>
            </p:nvSpPr>
            <p:spPr>
              <a:xfrm>
                <a:off x="4308231" y="1160585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5" name="Flowchart: Sort 4">
                <a:extLst>
                  <a:ext uri="{FF2B5EF4-FFF2-40B4-BE49-F238E27FC236}">
                    <a16:creationId xmlns:a16="http://schemas.microsoft.com/office/drawing/2014/main" id="{BEF6485D-A25C-47CA-B6D3-EA377F34CFD9}"/>
                  </a:ext>
                </a:extLst>
              </p:cNvPr>
              <p:cNvSpPr/>
              <p:nvPr/>
            </p:nvSpPr>
            <p:spPr>
              <a:xfrm>
                <a:off x="4774223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6" name="Flowchart: Sort 5">
                <a:extLst>
                  <a:ext uri="{FF2B5EF4-FFF2-40B4-BE49-F238E27FC236}">
                    <a16:creationId xmlns:a16="http://schemas.microsoft.com/office/drawing/2014/main" id="{E663215A-32EF-4AF9-BCDB-78B9B94ABAB2}"/>
                  </a:ext>
                </a:extLst>
              </p:cNvPr>
              <p:cNvSpPr/>
              <p:nvPr/>
            </p:nvSpPr>
            <p:spPr>
              <a:xfrm>
                <a:off x="5240215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7" name="Flowchart: Sort 6">
                <a:extLst>
                  <a:ext uri="{FF2B5EF4-FFF2-40B4-BE49-F238E27FC236}">
                    <a16:creationId xmlns:a16="http://schemas.microsoft.com/office/drawing/2014/main" id="{C12FB826-7515-43FC-A837-FB891E3321FD}"/>
                  </a:ext>
                </a:extLst>
              </p:cNvPr>
              <p:cNvSpPr/>
              <p:nvPr/>
            </p:nvSpPr>
            <p:spPr>
              <a:xfrm>
                <a:off x="5701810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8" name="Flowchart: Sort 7">
                <a:extLst>
                  <a:ext uri="{FF2B5EF4-FFF2-40B4-BE49-F238E27FC236}">
                    <a16:creationId xmlns:a16="http://schemas.microsoft.com/office/drawing/2014/main" id="{7216C13B-FF62-4623-A90C-371181DC50EF}"/>
                  </a:ext>
                </a:extLst>
              </p:cNvPr>
              <p:cNvSpPr/>
              <p:nvPr/>
            </p:nvSpPr>
            <p:spPr>
              <a:xfrm>
                <a:off x="6167802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9" name="Flowchart: Sort 8">
                <a:extLst>
                  <a:ext uri="{FF2B5EF4-FFF2-40B4-BE49-F238E27FC236}">
                    <a16:creationId xmlns:a16="http://schemas.microsoft.com/office/drawing/2014/main" id="{AECFF6EE-D5B0-44CF-8E50-7A804846C6DE}"/>
                  </a:ext>
                </a:extLst>
              </p:cNvPr>
              <p:cNvSpPr/>
              <p:nvPr/>
            </p:nvSpPr>
            <p:spPr>
              <a:xfrm>
                <a:off x="6629397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0" name="Flowchart: Sort 9">
                <a:extLst>
                  <a:ext uri="{FF2B5EF4-FFF2-40B4-BE49-F238E27FC236}">
                    <a16:creationId xmlns:a16="http://schemas.microsoft.com/office/drawing/2014/main" id="{5973CDC9-6D72-47D7-A313-E9BDAA633EC3}"/>
                  </a:ext>
                </a:extLst>
              </p:cNvPr>
              <p:cNvSpPr/>
              <p:nvPr/>
            </p:nvSpPr>
            <p:spPr>
              <a:xfrm>
                <a:off x="7095389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1" name="Flowchart: Sort 10">
                <a:extLst>
                  <a:ext uri="{FF2B5EF4-FFF2-40B4-BE49-F238E27FC236}">
                    <a16:creationId xmlns:a16="http://schemas.microsoft.com/office/drawing/2014/main" id="{0BDA058F-B69B-449E-A1B9-FBE1C8F2298B}"/>
                  </a:ext>
                </a:extLst>
              </p:cNvPr>
              <p:cNvSpPr/>
              <p:nvPr/>
            </p:nvSpPr>
            <p:spPr>
              <a:xfrm>
                <a:off x="7556984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2" name="Flowchart: Sort 11">
                <a:extLst>
                  <a:ext uri="{FF2B5EF4-FFF2-40B4-BE49-F238E27FC236}">
                    <a16:creationId xmlns:a16="http://schemas.microsoft.com/office/drawing/2014/main" id="{88FBC4D6-F01E-4A30-987E-A11192F4B650}"/>
                  </a:ext>
                </a:extLst>
              </p:cNvPr>
              <p:cNvSpPr/>
              <p:nvPr/>
            </p:nvSpPr>
            <p:spPr>
              <a:xfrm>
                <a:off x="8022976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3" name="Flowchart: Sort 12">
                <a:extLst>
                  <a:ext uri="{FF2B5EF4-FFF2-40B4-BE49-F238E27FC236}">
                    <a16:creationId xmlns:a16="http://schemas.microsoft.com/office/drawing/2014/main" id="{8120B157-FE9E-44F7-B444-9ECDCB89482A}"/>
                  </a:ext>
                </a:extLst>
              </p:cNvPr>
              <p:cNvSpPr/>
              <p:nvPr/>
            </p:nvSpPr>
            <p:spPr>
              <a:xfrm>
                <a:off x="8484571" y="1160581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519C838-30BF-4FB7-907F-9BBE2B4DA57A}"/>
                </a:ext>
              </a:extLst>
            </p:cNvPr>
            <p:cNvGrpSpPr/>
            <p:nvPr/>
          </p:nvGrpSpPr>
          <p:grpSpPr>
            <a:xfrm rot="16200000">
              <a:off x="2225633" y="3754307"/>
              <a:ext cx="4642332" cy="545127"/>
              <a:chOff x="4308231" y="1160581"/>
              <a:chExt cx="4642332" cy="545127"/>
            </a:xfrm>
          </p:grpSpPr>
          <p:sp>
            <p:nvSpPr>
              <p:cNvPr id="16" name="Flowchart: Sort 15">
                <a:extLst>
                  <a:ext uri="{FF2B5EF4-FFF2-40B4-BE49-F238E27FC236}">
                    <a16:creationId xmlns:a16="http://schemas.microsoft.com/office/drawing/2014/main" id="{9F32AA7C-37FB-4DB6-81F6-0BB9833099AE}"/>
                  </a:ext>
                </a:extLst>
              </p:cNvPr>
              <p:cNvSpPr/>
              <p:nvPr/>
            </p:nvSpPr>
            <p:spPr>
              <a:xfrm>
                <a:off x="4308231" y="1160585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7" name="Flowchart: Sort 16">
                <a:extLst>
                  <a:ext uri="{FF2B5EF4-FFF2-40B4-BE49-F238E27FC236}">
                    <a16:creationId xmlns:a16="http://schemas.microsoft.com/office/drawing/2014/main" id="{265DCC2D-4D4D-4F01-909D-12045F793E20}"/>
                  </a:ext>
                </a:extLst>
              </p:cNvPr>
              <p:cNvSpPr/>
              <p:nvPr/>
            </p:nvSpPr>
            <p:spPr>
              <a:xfrm>
                <a:off x="4774223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8" name="Flowchart: Sort 17">
                <a:extLst>
                  <a:ext uri="{FF2B5EF4-FFF2-40B4-BE49-F238E27FC236}">
                    <a16:creationId xmlns:a16="http://schemas.microsoft.com/office/drawing/2014/main" id="{D98E5F10-9166-4CF7-88FC-06DB95F96E08}"/>
                  </a:ext>
                </a:extLst>
              </p:cNvPr>
              <p:cNvSpPr/>
              <p:nvPr/>
            </p:nvSpPr>
            <p:spPr>
              <a:xfrm>
                <a:off x="5240215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19" name="Flowchart: Sort 18">
                <a:extLst>
                  <a:ext uri="{FF2B5EF4-FFF2-40B4-BE49-F238E27FC236}">
                    <a16:creationId xmlns:a16="http://schemas.microsoft.com/office/drawing/2014/main" id="{28F6A6C5-8CCE-4191-9BD1-8CA390B9CB74}"/>
                  </a:ext>
                </a:extLst>
              </p:cNvPr>
              <p:cNvSpPr/>
              <p:nvPr/>
            </p:nvSpPr>
            <p:spPr>
              <a:xfrm>
                <a:off x="5701810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0" name="Flowchart: Sort 19">
                <a:extLst>
                  <a:ext uri="{FF2B5EF4-FFF2-40B4-BE49-F238E27FC236}">
                    <a16:creationId xmlns:a16="http://schemas.microsoft.com/office/drawing/2014/main" id="{037BA949-BD6C-482C-9772-AF529B86751C}"/>
                  </a:ext>
                </a:extLst>
              </p:cNvPr>
              <p:cNvSpPr/>
              <p:nvPr/>
            </p:nvSpPr>
            <p:spPr>
              <a:xfrm>
                <a:off x="6167802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1" name="Flowchart: Sort 20">
                <a:extLst>
                  <a:ext uri="{FF2B5EF4-FFF2-40B4-BE49-F238E27FC236}">
                    <a16:creationId xmlns:a16="http://schemas.microsoft.com/office/drawing/2014/main" id="{FAB342F7-86E3-4080-BA9F-137DAD11A703}"/>
                  </a:ext>
                </a:extLst>
              </p:cNvPr>
              <p:cNvSpPr/>
              <p:nvPr/>
            </p:nvSpPr>
            <p:spPr>
              <a:xfrm>
                <a:off x="6629397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2" name="Flowchart: Sort 21">
                <a:extLst>
                  <a:ext uri="{FF2B5EF4-FFF2-40B4-BE49-F238E27FC236}">
                    <a16:creationId xmlns:a16="http://schemas.microsoft.com/office/drawing/2014/main" id="{02B21989-EBD0-4B31-9AD3-BFEDA71C3FD2}"/>
                  </a:ext>
                </a:extLst>
              </p:cNvPr>
              <p:cNvSpPr/>
              <p:nvPr/>
            </p:nvSpPr>
            <p:spPr>
              <a:xfrm>
                <a:off x="7095389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3" name="Flowchart: Sort 22">
                <a:extLst>
                  <a:ext uri="{FF2B5EF4-FFF2-40B4-BE49-F238E27FC236}">
                    <a16:creationId xmlns:a16="http://schemas.microsoft.com/office/drawing/2014/main" id="{B4ED0E18-A6D9-441B-9B07-404CB9CD613D}"/>
                  </a:ext>
                </a:extLst>
              </p:cNvPr>
              <p:cNvSpPr/>
              <p:nvPr/>
            </p:nvSpPr>
            <p:spPr>
              <a:xfrm>
                <a:off x="7556984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Flowchart: Sort 23">
                <a:extLst>
                  <a:ext uri="{FF2B5EF4-FFF2-40B4-BE49-F238E27FC236}">
                    <a16:creationId xmlns:a16="http://schemas.microsoft.com/office/drawing/2014/main" id="{CE347F18-CCFB-4993-836A-A7B2AA63A5C7}"/>
                  </a:ext>
                </a:extLst>
              </p:cNvPr>
              <p:cNvSpPr/>
              <p:nvPr/>
            </p:nvSpPr>
            <p:spPr>
              <a:xfrm>
                <a:off x="8022976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5" name="Flowchart: Sort 24">
                <a:extLst>
                  <a:ext uri="{FF2B5EF4-FFF2-40B4-BE49-F238E27FC236}">
                    <a16:creationId xmlns:a16="http://schemas.microsoft.com/office/drawing/2014/main" id="{2695746F-3F95-40D9-A4AB-F3324BC36AE0}"/>
                  </a:ext>
                </a:extLst>
              </p:cNvPr>
              <p:cNvSpPr/>
              <p:nvPr/>
            </p:nvSpPr>
            <p:spPr>
              <a:xfrm>
                <a:off x="8484571" y="1160581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E7C6B89-6853-4245-8D42-6AC47F1992B9}"/>
                </a:ext>
              </a:extLst>
            </p:cNvPr>
            <p:cNvGrpSpPr/>
            <p:nvPr/>
          </p:nvGrpSpPr>
          <p:grpSpPr>
            <a:xfrm rot="5400000">
              <a:off x="6402991" y="3749909"/>
              <a:ext cx="4642332" cy="545127"/>
              <a:chOff x="4308231" y="1160581"/>
              <a:chExt cx="4642332" cy="545127"/>
            </a:xfrm>
          </p:grpSpPr>
          <p:sp>
            <p:nvSpPr>
              <p:cNvPr id="27" name="Flowchart: Sort 26">
                <a:extLst>
                  <a:ext uri="{FF2B5EF4-FFF2-40B4-BE49-F238E27FC236}">
                    <a16:creationId xmlns:a16="http://schemas.microsoft.com/office/drawing/2014/main" id="{B9F87205-8693-492C-90E7-1D330E00580E}"/>
                  </a:ext>
                </a:extLst>
              </p:cNvPr>
              <p:cNvSpPr/>
              <p:nvPr/>
            </p:nvSpPr>
            <p:spPr>
              <a:xfrm>
                <a:off x="4308231" y="1160585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dirty="0"/>
              </a:p>
            </p:txBody>
          </p:sp>
          <p:sp>
            <p:nvSpPr>
              <p:cNvPr id="28" name="Flowchart: Sort 27">
                <a:extLst>
                  <a:ext uri="{FF2B5EF4-FFF2-40B4-BE49-F238E27FC236}">
                    <a16:creationId xmlns:a16="http://schemas.microsoft.com/office/drawing/2014/main" id="{2B8A6E20-B091-4E76-9247-45C583CDC5E5}"/>
                  </a:ext>
                </a:extLst>
              </p:cNvPr>
              <p:cNvSpPr/>
              <p:nvPr/>
            </p:nvSpPr>
            <p:spPr>
              <a:xfrm>
                <a:off x="4774223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9" name="Flowchart: Sort 28">
                <a:extLst>
                  <a:ext uri="{FF2B5EF4-FFF2-40B4-BE49-F238E27FC236}">
                    <a16:creationId xmlns:a16="http://schemas.microsoft.com/office/drawing/2014/main" id="{65D16863-12A4-4B62-9FA4-61772BFB18CA}"/>
                  </a:ext>
                </a:extLst>
              </p:cNvPr>
              <p:cNvSpPr/>
              <p:nvPr/>
            </p:nvSpPr>
            <p:spPr>
              <a:xfrm>
                <a:off x="5240215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0" name="Flowchart: Sort 29">
                <a:extLst>
                  <a:ext uri="{FF2B5EF4-FFF2-40B4-BE49-F238E27FC236}">
                    <a16:creationId xmlns:a16="http://schemas.microsoft.com/office/drawing/2014/main" id="{1673BBF9-FF79-4142-9EC5-0EBB7B708EF4}"/>
                  </a:ext>
                </a:extLst>
              </p:cNvPr>
              <p:cNvSpPr/>
              <p:nvPr/>
            </p:nvSpPr>
            <p:spPr>
              <a:xfrm>
                <a:off x="5701810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1" name="Flowchart: Sort 30">
                <a:extLst>
                  <a:ext uri="{FF2B5EF4-FFF2-40B4-BE49-F238E27FC236}">
                    <a16:creationId xmlns:a16="http://schemas.microsoft.com/office/drawing/2014/main" id="{1DB3AA21-7128-49B0-B3CF-D55155FDF2AE}"/>
                  </a:ext>
                </a:extLst>
              </p:cNvPr>
              <p:cNvSpPr/>
              <p:nvPr/>
            </p:nvSpPr>
            <p:spPr>
              <a:xfrm>
                <a:off x="6167802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2" name="Flowchart: Sort 31">
                <a:extLst>
                  <a:ext uri="{FF2B5EF4-FFF2-40B4-BE49-F238E27FC236}">
                    <a16:creationId xmlns:a16="http://schemas.microsoft.com/office/drawing/2014/main" id="{D045B322-A502-47A0-8DE6-1543573CAF7E}"/>
                  </a:ext>
                </a:extLst>
              </p:cNvPr>
              <p:cNvSpPr/>
              <p:nvPr/>
            </p:nvSpPr>
            <p:spPr>
              <a:xfrm>
                <a:off x="6629397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3" name="Flowchart: Sort 32">
                <a:extLst>
                  <a:ext uri="{FF2B5EF4-FFF2-40B4-BE49-F238E27FC236}">
                    <a16:creationId xmlns:a16="http://schemas.microsoft.com/office/drawing/2014/main" id="{2331B4E4-C6E9-4A2C-85C7-1E4D76AE6BA4}"/>
                  </a:ext>
                </a:extLst>
              </p:cNvPr>
              <p:cNvSpPr/>
              <p:nvPr/>
            </p:nvSpPr>
            <p:spPr>
              <a:xfrm>
                <a:off x="7095389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Flowchart: Sort 33">
                <a:extLst>
                  <a:ext uri="{FF2B5EF4-FFF2-40B4-BE49-F238E27FC236}">
                    <a16:creationId xmlns:a16="http://schemas.microsoft.com/office/drawing/2014/main" id="{0FD47C97-D057-4A8F-998B-E1FEE009C925}"/>
                  </a:ext>
                </a:extLst>
              </p:cNvPr>
              <p:cNvSpPr/>
              <p:nvPr/>
            </p:nvSpPr>
            <p:spPr>
              <a:xfrm>
                <a:off x="7556984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5" name="Flowchart: Sort 34">
                <a:extLst>
                  <a:ext uri="{FF2B5EF4-FFF2-40B4-BE49-F238E27FC236}">
                    <a16:creationId xmlns:a16="http://schemas.microsoft.com/office/drawing/2014/main" id="{6D78770F-358D-4DC6-84B6-A3C526B522D6}"/>
                  </a:ext>
                </a:extLst>
              </p:cNvPr>
              <p:cNvSpPr/>
              <p:nvPr/>
            </p:nvSpPr>
            <p:spPr>
              <a:xfrm>
                <a:off x="8022976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6" name="Flowchart: Sort 35">
                <a:extLst>
                  <a:ext uri="{FF2B5EF4-FFF2-40B4-BE49-F238E27FC236}">
                    <a16:creationId xmlns:a16="http://schemas.microsoft.com/office/drawing/2014/main" id="{C60E7B0E-BA3F-40E6-8C27-B3ACE829C428}"/>
                  </a:ext>
                </a:extLst>
              </p:cNvPr>
              <p:cNvSpPr/>
              <p:nvPr/>
            </p:nvSpPr>
            <p:spPr>
              <a:xfrm>
                <a:off x="8484571" y="1160581"/>
                <a:ext cx="465992" cy="545123"/>
              </a:xfrm>
              <a:prstGeom prst="flowChartSor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A60E3EC-0129-42FD-A27A-CCEF1C5B0B70}"/>
                </a:ext>
              </a:extLst>
            </p:cNvPr>
            <p:cNvGrpSpPr/>
            <p:nvPr/>
          </p:nvGrpSpPr>
          <p:grpSpPr>
            <a:xfrm rot="10800000">
              <a:off x="4769826" y="5877647"/>
              <a:ext cx="3714745" cy="545125"/>
              <a:chOff x="4774223" y="1160582"/>
              <a:chExt cx="3714745" cy="545125"/>
            </a:xfrm>
          </p:grpSpPr>
          <p:sp>
            <p:nvSpPr>
              <p:cNvPr id="39" name="Flowchart: Sort 38">
                <a:extLst>
                  <a:ext uri="{FF2B5EF4-FFF2-40B4-BE49-F238E27FC236}">
                    <a16:creationId xmlns:a16="http://schemas.microsoft.com/office/drawing/2014/main" id="{2A6C6446-79BF-4E9D-98EF-9759CCD3EE19}"/>
                  </a:ext>
                </a:extLst>
              </p:cNvPr>
              <p:cNvSpPr/>
              <p:nvPr/>
            </p:nvSpPr>
            <p:spPr>
              <a:xfrm>
                <a:off x="4774223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0" name="Flowchart: Sort 39">
                <a:extLst>
                  <a:ext uri="{FF2B5EF4-FFF2-40B4-BE49-F238E27FC236}">
                    <a16:creationId xmlns:a16="http://schemas.microsoft.com/office/drawing/2014/main" id="{45602D61-E55E-4758-AA1F-79913F6E3A92}"/>
                  </a:ext>
                </a:extLst>
              </p:cNvPr>
              <p:cNvSpPr/>
              <p:nvPr/>
            </p:nvSpPr>
            <p:spPr>
              <a:xfrm>
                <a:off x="5240215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1" name="Flowchart: Sort 40">
                <a:extLst>
                  <a:ext uri="{FF2B5EF4-FFF2-40B4-BE49-F238E27FC236}">
                    <a16:creationId xmlns:a16="http://schemas.microsoft.com/office/drawing/2014/main" id="{A00EA8D4-8D58-491D-AA41-DEBCF3CE1DDC}"/>
                  </a:ext>
                </a:extLst>
              </p:cNvPr>
              <p:cNvSpPr/>
              <p:nvPr/>
            </p:nvSpPr>
            <p:spPr>
              <a:xfrm>
                <a:off x="5701810" y="1160584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2" name="Flowchart: Sort 41">
                <a:extLst>
                  <a:ext uri="{FF2B5EF4-FFF2-40B4-BE49-F238E27FC236}">
                    <a16:creationId xmlns:a16="http://schemas.microsoft.com/office/drawing/2014/main" id="{B4290096-C472-4911-8CFC-4A9AD848BBCB}"/>
                  </a:ext>
                </a:extLst>
              </p:cNvPr>
              <p:cNvSpPr/>
              <p:nvPr/>
            </p:nvSpPr>
            <p:spPr>
              <a:xfrm>
                <a:off x="6167802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3" name="Flowchart: Sort 42">
                <a:extLst>
                  <a:ext uri="{FF2B5EF4-FFF2-40B4-BE49-F238E27FC236}">
                    <a16:creationId xmlns:a16="http://schemas.microsoft.com/office/drawing/2014/main" id="{299787D6-4415-49FF-AAAA-B95CC1A0E0A1}"/>
                  </a:ext>
                </a:extLst>
              </p:cNvPr>
              <p:cNvSpPr/>
              <p:nvPr/>
            </p:nvSpPr>
            <p:spPr>
              <a:xfrm>
                <a:off x="6629397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4" name="Flowchart: Sort 43">
                <a:extLst>
                  <a:ext uri="{FF2B5EF4-FFF2-40B4-BE49-F238E27FC236}">
                    <a16:creationId xmlns:a16="http://schemas.microsoft.com/office/drawing/2014/main" id="{4215F648-7D3B-4D3E-AA3D-C7DB6121B968}"/>
                  </a:ext>
                </a:extLst>
              </p:cNvPr>
              <p:cNvSpPr/>
              <p:nvPr/>
            </p:nvSpPr>
            <p:spPr>
              <a:xfrm>
                <a:off x="7095389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5" name="Flowchart: Sort 44">
                <a:extLst>
                  <a:ext uri="{FF2B5EF4-FFF2-40B4-BE49-F238E27FC236}">
                    <a16:creationId xmlns:a16="http://schemas.microsoft.com/office/drawing/2014/main" id="{C3CDD415-C5CC-4232-8604-461A5BEB2BC5}"/>
                  </a:ext>
                </a:extLst>
              </p:cNvPr>
              <p:cNvSpPr/>
              <p:nvPr/>
            </p:nvSpPr>
            <p:spPr>
              <a:xfrm>
                <a:off x="7556984" y="1160583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46" name="Flowchart: Sort 45">
                <a:extLst>
                  <a:ext uri="{FF2B5EF4-FFF2-40B4-BE49-F238E27FC236}">
                    <a16:creationId xmlns:a16="http://schemas.microsoft.com/office/drawing/2014/main" id="{C966B9CE-81E3-4744-9BEA-63F1731D6361}"/>
                  </a:ext>
                </a:extLst>
              </p:cNvPr>
              <p:cNvSpPr/>
              <p:nvPr/>
            </p:nvSpPr>
            <p:spPr>
              <a:xfrm>
                <a:off x="8022976" y="1160582"/>
                <a:ext cx="465992" cy="545123"/>
              </a:xfrm>
              <a:prstGeom prst="flowChartSor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8716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377543-AF6C-458A-8A58-467104392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16" y="242199"/>
            <a:ext cx="3600953" cy="2734057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606EB7-73E7-497C-B8D3-739863B7BE2A}"/>
              </a:ext>
            </a:extLst>
          </p:cNvPr>
          <p:cNvGrpSpPr/>
          <p:nvPr/>
        </p:nvGrpSpPr>
        <p:grpSpPr>
          <a:xfrm>
            <a:off x="4455166" y="1926748"/>
            <a:ext cx="4885865" cy="3782880"/>
            <a:chOff x="4455166" y="1926748"/>
            <a:chExt cx="4885865" cy="378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1BB5E90-69BF-453C-A165-2E9E156D6306}"/>
                    </a:ext>
                  </a:extLst>
                </p14:cNvPr>
                <p14:cNvContentPartPr/>
                <p14:nvPr/>
              </p14:nvContentPartPr>
              <p14:xfrm>
                <a:off x="4826451" y="1926748"/>
                <a:ext cx="4235400" cy="213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1BB5E90-69BF-453C-A165-2E9E156D63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808811" y="1909108"/>
                  <a:ext cx="42710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87C7A8-682F-4802-B278-2005F891BE4A}"/>
                    </a:ext>
                  </a:extLst>
                </p14:cNvPr>
                <p14:cNvContentPartPr/>
                <p14:nvPr/>
              </p14:nvContentPartPr>
              <p14:xfrm>
                <a:off x="6475846" y="2039428"/>
                <a:ext cx="3888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87C7A8-682F-4802-B278-2005F891BE4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458206" y="2021428"/>
                  <a:ext cx="745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CF48C4D-C04A-48A6-BE14-568CDAB7897F}"/>
                    </a:ext>
                  </a:extLst>
                </p14:cNvPr>
                <p14:cNvContentPartPr/>
                <p14:nvPr/>
              </p14:nvContentPartPr>
              <p14:xfrm>
                <a:off x="4559566" y="1969228"/>
                <a:ext cx="4689360" cy="194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CF48C4D-C04A-48A6-BE14-568CDAB7897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41566" y="1951228"/>
                  <a:ext cx="472500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D794CE2-823A-486A-BF1D-4DB1882D8473}"/>
                    </a:ext>
                  </a:extLst>
                </p14:cNvPr>
                <p14:cNvContentPartPr/>
                <p14:nvPr/>
              </p14:nvContentPartPr>
              <p14:xfrm>
                <a:off x="4455166" y="1996588"/>
                <a:ext cx="170640" cy="34761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D794CE2-823A-486A-BF1D-4DB1882D847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437526" y="1978948"/>
                  <a:ext cx="206280" cy="3511800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A58377C8-9D76-4CF9-BA6B-819FDEB8539C}"/>
                </a:ext>
              </a:extLst>
            </p:cNvPr>
            <p:cNvGrpSpPr/>
            <p:nvPr/>
          </p:nvGrpSpPr>
          <p:grpSpPr>
            <a:xfrm rot="10800000">
              <a:off x="4547271" y="2163628"/>
              <a:ext cx="4793760" cy="3546000"/>
              <a:chOff x="5785735" y="2536348"/>
              <a:chExt cx="4793760" cy="3546000"/>
            </a:xfrm>
          </p:grpSpPr>
          <mc:AlternateContent xmlns:mc="http://schemas.openxmlformats.org/markup-compatibility/2006">
            <mc:Choice xmlns:p14="http://schemas.microsoft.com/office/powerpoint/2010/main" Requires="p14">
              <p:contentPart p14:bwMode="auto" r:id="rId11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A90A05D3-518F-4D09-8718-E548AF594BE3}"/>
                      </a:ext>
                    </a:extLst>
                  </p14:cNvPr>
                  <p14:cNvContentPartPr/>
                  <p14:nvPr/>
                </p14:nvContentPartPr>
                <p14:xfrm>
                  <a:off x="6157020" y="2536348"/>
                  <a:ext cx="4235400" cy="213120"/>
                </p14:xfrm>
              </p:contentPart>
            </mc:Choice>
            <mc:Fallback>
              <p:pic>
                <p:nvPicPr>
                  <p:cNvPr id="22" name="Ink 21">
                    <a:extLst>
                      <a:ext uri="{FF2B5EF4-FFF2-40B4-BE49-F238E27FC236}">
                        <a16:creationId xmlns:a16="http://schemas.microsoft.com/office/drawing/2014/main" id="{A90A05D3-518F-4D09-8718-E548AF594BE3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6139380" y="2518708"/>
                    <a:ext cx="4271040" cy="24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2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15D449D5-7AA8-4F76-B883-A4B3A31B55F5}"/>
                      </a:ext>
                    </a:extLst>
                  </p14:cNvPr>
                  <p14:cNvContentPartPr/>
                  <p14:nvPr/>
                </p14:nvContentPartPr>
                <p14:xfrm>
                  <a:off x="7806415" y="2649028"/>
                  <a:ext cx="38880" cy="360"/>
                </p14:xfrm>
              </p:contentPart>
            </mc:Choice>
            <mc:Fallback>
              <p:pic>
                <p:nvPicPr>
                  <p:cNvPr id="23" name="Ink 22">
                    <a:extLst>
                      <a:ext uri="{FF2B5EF4-FFF2-40B4-BE49-F238E27FC236}">
                        <a16:creationId xmlns:a16="http://schemas.microsoft.com/office/drawing/2014/main" id="{15D449D5-7AA8-4F76-B883-A4B3A31B55F5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7788775" y="2631028"/>
                    <a:ext cx="74520" cy="36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3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C185904A-8BB4-442F-8721-6EF43479FF86}"/>
                      </a:ext>
                    </a:extLst>
                  </p14:cNvPr>
                  <p14:cNvContentPartPr/>
                  <p14:nvPr/>
                </p14:nvContentPartPr>
                <p14:xfrm>
                  <a:off x="5890135" y="2578828"/>
                  <a:ext cx="4689360" cy="194400"/>
                </p14:xfrm>
              </p:contentPart>
            </mc:Choice>
            <mc:Fallback>
              <p:pic>
                <p:nvPicPr>
                  <p:cNvPr id="24" name="Ink 23">
                    <a:extLst>
                      <a:ext uri="{FF2B5EF4-FFF2-40B4-BE49-F238E27FC236}">
                        <a16:creationId xmlns:a16="http://schemas.microsoft.com/office/drawing/2014/main" id="{C185904A-8BB4-442F-8721-6EF43479FF86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5872135" y="2560828"/>
                    <a:ext cx="4725000" cy="230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>
            <mc:Choice xmlns:p14="http://schemas.microsoft.com/office/powerpoint/2010/main" Requires="p14">
              <p:contentPart p14:bwMode="auto" r:id="rId14">
                <p14:nvContentPartPr>
                  <p14:cNvPr id="25" name="Ink 24">
                    <a:extLst>
                      <a:ext uri="{FF2B5EF4-FFF2-40B4-BE49-F238E27FC236}">
                        <a16:creationId xmlns:a16="http://schemas.microsoft.com/office/drawing/2014/main" id="{9DFCD0A9-B179-469A-8A99-45B339A9C3F7}"/>
                      </a:ext>
                    </a:extLst>
                  </p14:cNvPr>
                  <p14:cNvContentPartPr/>
                  <p14:nvPr/>
                </p14:nvContentPartPr>
                <p14:xfrm>
                  <a:off x="5785735" y="2606188"/>
                  <a:ext cx="170640" cy="3476160"/>
                </p14:xfrm>
              </p:contentPart>
            </mc:Choice>
            <mc:Fallback>
              <p:pic>
                <p:nvPicPr>
                  <p:cNvPr id="25" name="Ink 24">
                    <a:extLst>
                      <a:ext uri="{FF2B5EF4-FFF2-40B4-BE49-F238E27FC236}">
                        <a16:creationId xmlns:a16="http://schemas.microsoft.com/office/drawing/2014/main" id="{9DFCD0A9-B179-469A-8A99-45B339A9C3F7}"/>
                      </a:ext>
                    </a:extLst>
                  </p:cNvPr>
                  <p:cNvPicPr/>
                  <p:nvPr/>
                </p:nvPicPr>
                <p:blipFill>
                  <a:blip r:embed="rId10"/>
                  <a:stretch>
                    <a:fillRect/>
                  </a:stretch>
                </p:blipFill>
                <p:spPr>
                  <a:xfrm>
                    <a:off x="5768095" y="2588548"/>
                    <a:ext cx="206280" cy="351180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980993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C9CD01-20B2-4240-929D-1F4A87B96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8" y="997009"/>
            <a:ext cx="3181794" cy="2648320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460114C8-B80F-4C8D-9DEC-FA74B898225E}"/>
              </a:ext>
            </a:extLst>
          </p:cNvPr>
          <p:cNvGrpSpPr/>
          <p:nvPr/>
        </p:nvGrpSpPr>
        <p:grpSpPr>
          <a:xfrm>
            <a:off x="4563210" y="1018993"/>
            <a:ext cx="4264260" cy="4330208"/>
            <a:chOff x="4563210" y="1018993"/>
            <a:chExt cx="4264260" cy="4330208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78E46FC-B0FE-4031-825A-223C4F76C3B6}"/>
                </a:ext>
              </a:extLst>
            </p:cNvPr>
            <p:cNvGrpSpPr/>
            <p:nvPr/>
          </p:nvGrpSpPr>
          <p:grpSpPr>
            <a:xfrm>
              <a:off x="4563210" y="1018993"/>
              <a:ext cx="4158754" cy="4163154"/>
              <a:chOff x="4325818" y="1292470"/>
              <a:chExt cx="4158754" cy="4163154"/>
            </a:xfrm>
            <a:solidFill>
              <a:srgbClr val="FF0000"/>
            </a:solidFill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E866577-C4E0-49E2-9B39-F2A6228C37A8}"/>
                  </a:ext>
                </a:extLst>
              </p:cNvPr>
              <p:cNvGrpSpPr/>
              <p:nvPr/>
            </p:nvGrpSpPr>
            <p:grpSpPr>
              <a:xfrm>
                <a:off x="4431324" y="1292470"/>
                <a:ext cx="4053248" cy="334108"/>
                <a:chOff x="4431324" y="1292470"/>
                <a:chExt cx="4053248" cy="334108"/>
              </a:xfrm>
              <a:grpFill/>
            </p:grpSpPr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4525EFEA-22BD-4767-B5AD-40C9AE43EAC8}"/>
                    </a:ext>
                  </a:extLst>
                </p:cNvPr>
                <p:cNvSpPr/>
                <p:nvPr/>
              </p:nvSpPr>
              <p:spPr>
                <a:xfrm>
                  <a:off x="4431324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3D1DD02-C770-40CA-9411-78F8C2FA0833}"/>
                    </a:ext>
                  </a:extLst>
                </p:cNvPr>
                <p:cNvSpPr/>
                <p:nvPr/>
              </p:nvSpPr>
              <p:spPr>
                <a:xfrm>
                  <a:off x="546002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254E04AB-E90C-439C-9541-491DCA89109C}"/>
                    </a:ext>
                  </a:extLst>
                </p:cNvPr>
                <p:cNvSpPr/>
                <p:nvPr/>
              </p:nvSpPr>
              <p:spPr>
                <a:xfrm>
                  <a:off x="6457948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3FD420B-6A65-43D1-B740-E273C18FD7EA}"/>
                    </a:ext>
                  </a:extLst>
                </p:cNvPr>
                <p:cNvSpPr/>
                <p:nvPr/>
              </p:nvSpPr>
              <p:spPr>
                <a:xfrm>
                  <a:off x="745587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D1DB071-56B2-4918-AE0E-745BB0CF1ED2}"/>
                  </a:ext>
                </a:extLst>
              </p:cNvPr>
              <p:cNvGrpSpPr/>
              <p:nvPr/>
            </p:nvGrpSpPr>
            <p:grpSpPr>
              <a:xfrm rot="16200000">
                <a:off x="2466248" y="3261946"/>
                <a:ext cx="4053248" cy="334108"/>
                <a:chOff x="4431324" y="1292470"/>
                <a:chExt cx="4053248" cy="334108"/>
              </a:xfrm>
              <a:grpFill/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4D215C9D-A02E-4DB5-92A1-AFF3474E7A62}"/>
                    </a:ext>
                  </a:extLst>
                </p:cNvPr>
                <p:cNvSpPr/>
                <p:nvPr/>
              </p:nvSpPr>
              <p:spPr>
                <a:xfrm>
                  <a:off x="4431324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33AE73DD-5B40-4261-AFD1-65AB324C7855}"/>
                    </a:ext>
                  </a:extLst>
                </p:cNvPr>
                <p:cNvSpPr/>
                <p:nvPr/>
              </p:nvSpPr>
              <p:spPr>
                <a:xfrm>
                  <a:off x="546002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DFBB8D86-C53E-4E26-9573-B80012ECE114}"/>
                    </a:ext>
                  </a:extLst>
                </p:cNvPr>
                <p:cNvSpPr/>
                <p:nvPr/>
              </p:nvSpPr>
              <p:spPr>
                <a:xfrm>
                  <a:off x="6457948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A41962F1-C91B-4702-B354-60CCDD6528AA}"/>
                    </a:ext>
                  </a:extLst>
                </p:cNvPr>
                <p:cNvSpPr/>
                <p:nvPr/>
              </p:nvSpPr>
              <p:spPr>
                <a:xfrm>
                  <a:off x="745587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B59CE42-6759-4969-821A-8684EF3242BE}"/>
                </a:ext>
              </a:extLst>
            </p:cNvPr>
            <p:cNvGrpSpPr/>
            <p:nvPr/>
          </p:nvGrpSpPr>
          <p:grpSpPr>
            <a:xfrm rot="10800000">
              <a:off x="4668716" y="1186047"/>
              <a:ext cx="4158754" cy="4163154"/>
              <a:chOff x="4325818" y="1292470"/>
              <a:chExt cx="4158754" cy="4163154"/>
            </a:xfrm>
            <a:solidFill>
              <a:srgbClr val="FF0000"/>
            </a:solidFill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490CAFC4-F4DD-431F-8493-4B57A980578B}"/>
                  </a:ext>
                </a:extLst>
              </p:cNvPr>
              <p:cNvGrpSpPr/>
              <p:nvPr/>
            </p:nvGrpSpPr>
            <p:grpSpPr>
              <a:xfrm>
                <a:off x="4431324" y="1292470"/>
                <a:ext cx="4053248" cy="334108"/>
                <a:chOff x="4431324" y="1292470"/>
                <a:chExt cx="4053248" cy="334108"/>
              </a:xfrm>
              <a:grpFill/>
            </p:grpSpPr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5618DD25-22EE-445C-B69E-86FE7B656E23}"/>
                    </a:ext>
                  </a:extLst>
                </p:cNvPr>
                <p:cNvSpPr/>
                <p:nvPr/>
              </p:nvSpPr>
              <p:spPr>
                <a:xfrm>
                  <a:off x="4431324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DA1168FD-A13A-4507-9E1C-C4FBCE60A1A9}"/>
                    </a:ext>
                  </a:extLst>
                </p:cNvPr>
                <p:cNvSpPr/>
                <p:nvPr/>
              </p:nvSpPr>
              <p:spPr>
                <a:xfrm>
                  <a:off x="546002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24DA21D3-8259-4E5F-B44E-CAAB2ACB482E}"/>
                    </a:ext>
                  </a:extLst>
                </p:cNvPr>
                <p:cNvSpPr/>
                <p:nvPr/>
              </p:nvSpPr>
              <p:spPr>
                <a:xfrm>
                  <a:off x="6457948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FEC09D38-76D4-4289-80E8-F861E8D09377}"/>
                    </a:ext>
                  </a:extLst>
                </p:cNvPr>
                <p:cNvSpPr/>
                <p:nvPr/>
              </p:nvSpPr>
              <p:spPr>
                <a:xfrm>
                  <a:off x="745587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0E7144B-388B-4469-BDD1-B1F7AC893D39}"/>
                  </a:ext>
                </a:extLst>
              </p:cNvPr>
              <p:cNvGrpSpPr/>
              <p:nvPr/>
            </p:nvGrpSpPr>
            <p:grpSpPr>
              <a:xfrm rot="16200000">
                <a:off x="2466248" y="3261946"/>
                <a:ext cx="4053248" cy="334108"/>
                <a:chOff x="4431324" y="1292470"/>
                <a:chExt cx="4053248" cy="334108"/>
              </a:xfrm>
              <a:grpFill/>
            </p:grpSpPr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A2AC4FA3-F413-4F13-B527-8595E13A758B}"/>
                    </a:ext>
                  </a:extLst>
                </p:cNvPr>
                <p:cNvSpPr/>
                <p:nvPr/>
              </p:nvSpPr>
              <p:spPr>
                <a:xfrm>
                  <a:off x="4431324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4CD1BC22-2606-4676-84AB-D1CADAEFA5DC}"/>
                    </a:ext>
                  </a:extLst>
                </p:cNvPr>
                <p:cNvSpPr/>
                <p:nvPr/>
              </p:nvSpPr>
              <p:spPr>
                <a:xfrm>
                  <a:off x="546002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FC721BB7-FFE8-4D3F-B3FF-B5D3509FDD27}"/>
                    </a:ext>
                  </a:extLst>
                </p:cNvPr>
                <p:cNvSpPr/>
                <p:nvPr/>
              </p:nvSpPr>
              <p:spPr>
                <a:xfrm>
                  <a:off x="6457948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10E6A10A-29A0-40D3-81F0-34741907E68C}"/>
                    </a:ext>
                  </a:extLst>
                </p:cNvPr>
                <p:cNvSpPr/>
                <p:nvPr/>
              </p:nvSpPr>
              <p:spPr>
                <a:xfrm>
                  <a:off x="7455873" y="1292470"/>
                  <a:ext cx="1028699" cy="334108"/>
                </a:xfrm>
                <a:prstGeom prst="ellipse">
                  <a:avLst/>
                </a:prstGeom>
                <a:grp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</p:grp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9148E3B-8F54-4A38-93C6-F09A4DBACBE6}"/>
                </a:ext>
              </a:extLst>
            </p:cNvPr>
            <p:cNvSpPr/>
            <p:nvPr/>
          </p:nvSpPr>
          <p:spPr>
            <a:xfrm>
              <a:off x="4668716" y="1128899"/>
              <a:ext cx="4053248" cy="40532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34397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C366AA-E74D-44E7-A552-301319934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07" y="761628"/>
            <a:ext cx="3772426" cy="266737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C7DBCFDA-6181-4B9A-8461-970E5E83B573}"/>
              </a:ext>
            </a:extLst>
          </p:cNvPr>
          <p:cNvGrpSpPr/>
          <p:nvPr/>
        </p:nvGrpSpPr>
        <p:grpSpPr>
          <a:xfrm>
            <a:off x="4570467" y="1148080"/>
            <a:ext cx="6116320" cy="4826000"/>
            <a:chOff x="4570467" y="1148080"/>
            <a:chExt cx="6116320" cy="4826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110C494-2C0E-47FC-B4F3-2706615F3C93}"/>
                </a:ext>
              </a:extLst>
            </p:cNvPr>
            <p:cNvSpPr/>
            <p:nvPr/>
          </p:nvSpPr>
          <p:spPr>
            <a:xfrm>
              <a:off x="5083547" y="1148080"/>
              <a:ext cx="5090160" cy="69088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EE95539-29E0-4743-8722-5FFD401DBECF}"/>
                </a:ext>
              </a:extLst>
            </p:cNvPr>
            <p:cNvSpPr/>
            <p:nvPr/>
          </p:nvSpPr>
          <p:spPr>
            <a:xfrm>
              <a:off x="5142974" y="5283200"/>
              <a:ext cx="5090160" cy="69088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BB6097-DEB7-4FE8-BBAB-4997B11B1A32}"/>
                </a:ext>
              </a:extLst>
            </p:cNvPr>
            <p:cNvSpPr/>
            <p:nvPr/>
          </p:nvSpPr>
          <p:spPr>
            <a:xfrm rot="16200000">
              <a:off x="3021067" y="3286760"/>
              <a:ext cx="3789680" cy="69088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CE9F594-4429-416F-AF4B-221B2423917F}"/>
                </a:ext>
              </a:extLst>
            </p:cNvPr>
            <p:cNvSpPr/>
            <p:nvPr/>
          </p:nvSpPr>
          <p:spPr>
            <a:xfrm rot="16200000">
              <a:off x="8446507" y="3286759"/>
              <a:ext cx="3789680" cy="690880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01E6407-0F20-494C-A6D3-2446FABFF604}"/>
                </a:ext>
              </a:extLst>
            </p:cNvPr>
            <p:cNvSpPr/>
            <p:nvPr/>
          </p:nvSpPr>
          <p:spPr>
            <a:xfrm>
              <a:off x="4915906" y="1473790"/>
              <a:ext cx="5467613" cy="4236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2820463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Rina Palmer</dc:creator>
  <cp:lastModifiedBy>Rina Palmer</cp:lastModifiedBy>
  <cp:revision>1</cp:revision>
  <dcterms:created xsi:type="dcterms:W3CDTF">2025-11-03T00:37:34Z</dcterms:created>
  <dcterms:modified xsi:type="dcterms:W3CDTF">2025-11-03T01:14:37Z</dcterms:modified>
</cp:coreProperties>
</file>